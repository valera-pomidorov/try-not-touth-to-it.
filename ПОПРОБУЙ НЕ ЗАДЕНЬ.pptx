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8" r:id="rId3"/>
    <p:sldId id="262" r:id="rId4"/>
    <p:sldId id="261" r:id="rId5"/>
    <p:sldId id="256" r:id="rId6"/>
    <p:sldId id="265" r:id="rId7"/>
    <p:sldId id="270" r:id="rId8"/>
    <p:sldId id="272" r:id="rId9"/>
    <p:sldId id="260" r:id="rId10"/>
    <p:sldId id="259" r:id="rId11"/>
    <p:sldId id="266" r:id="rId12"/>
    <p:sldId id="263" r:id="rId13"/>
    <p:sldId id="264" r:id="rId14"/>
    <p:sldId id="268" r:id="rId15"/>
    <p:sldId id="267" r:id="rId16"/>
    <p:sldId id="271" r:id="rId17"/>
    <p:sldId id="274" r:id="rId18"/>
    <p:sldId id="269" r:id="rId19"/>
    <p:sldId id="275" r:id="rId20"/>
    <p:sldId id="279" r:id="rId21"/>
    <p:sldId id="278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sha" initials="S" lastIdx="2" clrIdx="0">
    <p:extLst>
      <p:ext uri="{19B8F6BF-5375-455C-9EA6-DF929625EA0E}">
        <p15:presenceInfo xmlns:p15="http://schemas.microsoft.com/office/powerpoint/2012/main" userId="68a38e9ccc444fc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DFCE"/>
    <a:srgbClr val="3ED0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6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01T09:52:51.200" idx="1">
    <p:pos x="7680" y="2554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251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15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045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10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081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8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626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97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928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95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66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91A41-69EB-46BF-A117-DE52858CD68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67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1.xml"/><Relationship Id="rId4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Чтобы начать игру нажмите на кнопку.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701589"/>
            <a:ext cx="10696787" cy="63933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 smtClean="0"/>
              <a:t>Идёт загрузка ресурсов, подождите 3 секунды.</a:t>
            </a:r>
            <a:endParaRPr lang="en-US" dirty="0"/>
          </a:p>
        </p:txBody>
      </p:sp>
      <p:sp>
        <p:nvSpPr>
          <p:cNvPr id="4" name="Прямоугольник 3">
            <a:hlinkClick r:id="rId2" action="ppaction://hlinksldjump"/>
          </p:cNvPr>
          <p:cNvSpPr/>
          <p:nvPr/>
        </p:nvSpPr>
        <p:spPr>
          <a:xfrm>
            <a:off x="3637280" y="4315253"/>
            <a:ext cx="4192693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Запустить.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849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0"/>
                            </p:stCondLst>
                            <p:childTnLst>
                              <p:par>
                                <p:cTn id="12" presetID="32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6424" y="346590"/>
            <a:ext cx="10317376" cy="1325563"/>
          </a:xfrm>
        </p:spPr>
        <p:txBody>
          <a:bodyPr/>
          <a:lstStyle/>
          <a:p>
            <a:pPr algn="ctr"/>
            <a:r>
              <a:rPr lang="ru-RU" b="1" dirty="0" smtClean="0"/>
              <a:t>ПОПРОБУЙ НЕ ЗАДЕНЬ</a:t>
            </a:r>
            <a:r>
              <a:rPr lang="en-US" b="1" dirty="0" smtClean="0"/>
              <a:t>!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 rot="1193739" flipH="1">
            <a:off x="1013250" y="1571000"/>
            <a:ext cx="4009770" cy="567069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ru-RU" sz="4000" dirty="0" smtClean="0"/>
              <a:t>Что это за игра</a:t>
            </a:r>
            <a:endParaRPr lang="en-US" sz="4000" dirty="0"/>
          </a:p>
        </p:txBody>
      </p:sp>
      <p:sp>
        <p:nvSpPr>
          <p:cNvPr id="4" name="Прямоугольник 3">
            <a:hlinkClick r:id="rId2" action="ppaction://hlinksldjump"/>
          </p:cNvPr>
          <p:cNvSpPr/>
          <p:nvPr/>
        </p:nvSpPr>
        <p:spPr>
          <a:xfrm>
            <a:off x="2470298" y="5742491"/>
            <a:ext cx="7251405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 Играть.</a:t>
            </a:r>
            <a:endParaRPr lang="en-US" dirty="0"/>
          </a:p>
        </p:txBody>
      </p:sp>
      <p:sp>
        <p:nvSpPr>
          <p:cNvPr id="5" name="Прямоугольник 4">
            <a:hlinkClick r:id="rId3" action="ppaction://hlinksldjump"/>
          </p:cNvPr>
          <p:cNvSpPr/>
          <p:nvPr/>
        </p:nvSpPr>
        <p:spPr>
          <a:xfrm>
            <a:off x="2470298" y="4213654"/>
            <a:ext cx="7251404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Правила игры.</a:t>
            </a:r>
            <a:endParaRPr lang="en-US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0"/>
            <a:ext cx="1225244" cy="3880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Версия</a:t>
            </a:r>
            <a:r>
              <a:rPr lang="en-US" dirty="0"/>
              <a:t>:</a:t>
            </a:r>
            <a:r>
              <a:rPr lang="ru-RU" dirty="0"/>
              <a:t>1.0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810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1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00"/>
                            </p:stCondLst>
                            <p:childTnLst>
                              <p:par>
                                <p:cTn id="13" presetID="8" presetClass="emph" presetSubtype="0" repeatCount="indefinite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14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4" grpId="0" animBg="1"/>
      <p:bldP spid="5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2331720" cy="1325563"/>
          </a:xfrm>
        </p:spPr>
        <p:txBody>
          <a:bodyPr/>
          <a:lstStyle/>
          <a:p>
            <a:r>
              <a:rPr lang="ru-RU" dirty="0" smtClean="0"/>
              <a:t>Правила.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ru-RU" dirty="0" smtClean="0"/>
              <a:t>Не задеть курсором чёрные места.</a:t>
            </a:r>
          </a:p>
          <a:p>
            <a:pPr marL="514350" indent="-514350">
              <a:buAutoNum type="arabicPeriod"/>
            </a:pPr>
            <a:r>
              <a:rPr lang="ru-RU" dirty="0" smtClean="0"/>
              <a:t>Не попасться на </a:t>
            </a:r>
            <a:r>
              <a:rPr lang="ru-RU" dirty="0" err="1" smtClean="0"/>
              <a:t>скример</a:t>
            </a:r>
            <a:r>
              <a:rPr lang="ru-RU" dirty="0" smtClean="0"/>
              <a:t>.</a:t>
            </a:r>
          </a:p>
          <a:p>
            <a:pPr marL="514350" indent="-514350">
              <a:buAutoNum type="arabicPeriod"/>
            </a:pPr>
            <a:r>
              <a:rPr lang="ru-RU" dirty="0" smtClean="0"/>
              <a:t>Добраться до красного квадрата и ПОБЕДА!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Прямоугольник 3">
            <a:hlinkClick r:id="rId2" action="ppaction://hlinksldjump"/>
          </p:cNvPr>
          <p:cNvSpPr/>
          <p:nvPr/>
        </p:nvSpPr>
        <p:spPr>
          <a:xfrm>
            <a:off x="2307738" y="4929691"/>
            <a:ext cx="7251405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 Играть.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7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2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2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 animBg="1"/>
      <p:bldP spid="4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26542" y="12357"/>
            <a:ext cx="4601347" cy="563219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Выберите уровень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927889" y="5578990"/>
            <a:ext cx="327453" cy="37688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solidFill>
                  <a:srgbClr val="29DFCE"/>
                </a:solidFill>
              </a:rPr>
              <a:t>1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2880155" y="531023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" name="Овал 4">
            <a:hlinkClick r:id="rId3" action="ppaction://hlinksldjump"/>
          </p:cNvPr>
          <p:cNvSpPr/>
          <p:nvPr/>
        </p:nvSpPr>
        <p:spPr>
          <a:xfrm>
            <a:off x="7634415" y="531023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6" name="Овал 5">
            <a:hlinkClick r:id="rId3" action="ppaction://hlinksldjump"/>
          </p:cNvPr>
          <p:cNvSpPr/>
          <p:nvPr/>
        </p:nvSpPr>
        <p:spPr>
          <a:xfrm>
            <a:off x="11277600" y="5685009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Овал 6">
            <a:hlinkClick r:id="rId4" action="ppaction://hlinksldjump"/>
          </p:cNvPr>
          <p:cNvSpPr/>
          <p:nvPr/>
        </p:nvSpPr>
        <p:spPr>
          <a:xfrm>
            <a:off x="0" y="5940425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45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2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 animBg="1"/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 flipH="1">
            <a:off x="10288775" y="1811522"/>
            <a:ext cx="1488552" cy="69216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Ур.1</a:t>
            </a:r>
            <a:endParaRPr lang="en-US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2147" y="2686493"/>
            <a:ext cx="1431853" cy="298636"/>
          </a:xfrm>
        </p:spPr>
        <p:txBody>
          <a:bodyPr>
            <a:normAutofit fontScale="77500" lnSpcReduction="20000"/>
          </a:bodyPr>
          <a:lstStyle/>
          <a:p>
            <a:endParaRPr lang="en-US" dirty="0"/>
          </a:p>
        </p:txBody>
      </p:sp>
      <p:sp>
        <p:nvSpPr>
          <p:cNvPr id="4" name="Прямоугольник 3">
            <a:hlinkHover r:id="" action="ppaction://hlinkshowjump?jump=previousslide"/>
          </p:cNvPr>
          <p:cNvSpPr/>
          <p:nvPr/>
        </p:nvSpPr>
        <p:spPr>
          <a:xfrm>
            <a:off x="318977" y="369538"/>
            <a:ext cx="6245289" cy="14048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" y="2051869"/>
            <a:ext cx="2603217" cy="1552473"/>
          </a:xfrm>
          <a:prstGeom prst="rect">
            <a:avLst/>
          </a:prstGeom>
        </p:spPr>
      </p:pic>
      <p:pic>
        <p:nvPicPr>
          <p:cNvPr id="6" name="Рисунок 5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0" y="3490484"/>
            <a:ext cx="2603218" cy="1826719"/>
          </a:xfrm>
          <a:prstGeom prst="rect">
            <a:avLst/>
          </a:prstGeom>
        </p:spPr>
      </p:pic>
      <p:pic>
        <p:nvPicPr>
          <p:cNvPr id="7" name="Рисунок 6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65" y="5317204"/>
            <a:ext cx="8376740" cy="1540796"/>
          </a:xfrm>
          <a:prstGeom prst="rect">
            <a:avLst/>
          </a:prstGeom>
        </p:spPr>
      </p:pic>
      <p:pic>
        <p:nvPicPr>
          <p:cNvPr id="8" name="Рисунок 7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4102" y="5317204"/>
            <a:ext cx="2317899" cy="1540796"/>
          </a:xfrm>
          <a:prstGeom prst="rect">
            <a:avLst/>
          </a:prstGeom>
        </p:spPr>
      </p:pic>
      <p:pic>
        <p:nvPicPr>
          <p:cNvPr id="9" name="Рисунок 8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996" y="3154326"/>
            <a:ext cx="2309003" cy="2168717"/>
          </a:xfrm>
          <a:prstGeom prst="rect">
            <a:avLst/>
          </a:prstGeom>
        </p:spPr>
      </p:pic>
      <p:pic>
        <p:nvPicPr>
          <p:cNvPr id="10" name="Рисунок 9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844" y="2424223"/>
            <a:ext cx="2423373" cy="2999307"/>
          </a:xfrm>
          <a:prstGeom prst="rect">
            <a:avLst/>
          </a:prstGeom>
        </p:spPr>
      </p:pic>
      <p:pic>
        <p:nvPicPr>
          <p:cNvPr id="11" name="Рисунок 10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151" y="4054549"/>
            <a:ext cx="2819849" cy="1262655"/>
          </a:xfrm>
          <a:prstGeom prst="rect">
            <a:avLst/>
          </a:prstGeom>
        </p:spPr>
      </p:pic>
      <p:pic>
        <p:nvPicPr>
          <p:cNvPr id="12" name="Рисунок 11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833" y="2424222"/>
            <a:ext cx="2603218" cy="1780187"/>
          </a:xfrm>
          <a:prstGeom prst="rect">
            <a:avLst/>
          </a:prstGeom>
        </p:spPr>
      </p:pic>
      <p:pic>
        <p:nvPicPr>
          <p:cNvPr id="13" name="Рисунок 12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266" y="350548"/>
            <a:ext cx="3060418" cy="1423800"/>
          </a:xfrm>
          <a:prstGeom prst="rect">
            <a:avLst/>
          </a:prstGeom>
        </p:spPr>
      </p:pic>
      <p:pic>
        <p:nvPicPr>
          <p:cNvPr id="14" name="Рисунок 1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4684" y="15668"/>
            <a:ext cx="2603218" cy="1780186"/>
          </a:xfrm>
          <a:prstGeom prst="rect">
            <a:avLst/>
          </a:prstGeom>
        </p:spPr>
      </p:pic>
      <p:sp>
        <p:nvSpPr>
          <p:cNvPr id="15" name="Прямоугольник 14">
            <a:hlinkHover r:id="rId3" action="ppaction://hlinksldjump"/>
          </p:cNvPr>
          <p:cNvSpPr/>
          <p:nvPr/>
        </p:nvSpPr>
        <p:spPr>
          <a:xfrm>
            <a:off x="8710284" y="0"/>
            <a:ext cx="914400" cy="6096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Прямоугольник 15">
            <a:hlinkHover r:id="rId4" action="ppaction://hlinksldjump"/>
          </p:cNvPr>
          <p:cNvSpPr/>
          <p:nvPr/>
        </p:nvSpPr>
        <p:spPr>
          <a:xfrm>
            <a:off x="7304999" y="0"/>
            <a:ext cx="191387" cy="1354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051" y="2424222"/>
            <a:ext cx="1194851" cy="1630325"/>
          </a:xfrm>
          <a:prstGeom prst="rect">
            <a:avLst/>
          </a:prstGeom>
        </p:spPr>
      </p:pic>
      <p:pic>
        <p:nvPicPr>
          <p:cNvPr id="18" name="Рисунок 17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833" y="1740665"/>
            <a:ext cx="1792446" cy="72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007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Уровень пройден!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30548" y="5124893"/>
            <a:ext cx="6306879" cy="41970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29DFCE"/>
                </a:solidFill>
              </a:rPr>
              <a:t>-Следующий уровень.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3037703" y="5777214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50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Бу! Испугался? | Мем вики | Fand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hlinkClick r:id="rId3" action="ppaction://hlinksldjump"/>
          </p:cNvPr>
          <p:cNvSpPr/>
          <p:nvPr/>
        </p:nvSpPr>
        <p:spPr>
          <a:xfrm>
            <a:off x="9110133" y="5943600"/>
            <a:ext cx="982134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1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Бу! Испугался? | Мем вики | Fand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hlinkClick r:id="rId3" action="ppaction://hlinksldjump"/>
          </p:cNvPr>
          <p:cNvSpPr/>
          <p:nvPr/>
        </p:nvSpPr>
        <p:spPr>
          <a:xfrm>
            <a:off x="2722879" y="5943600"/>
            <a:ext cx="988907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428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29DFCE"/>
                </a:solidFill>
              </a:rPr>
              <a:t>п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84156" y="5112608"/>
            <a:ext cx="7411995" cy="475736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29DFCE"/>
                </a:solidFill>
              </a:rPr>
              <a:t>-</a:t>
            </a:r>
            <a:r>
              <a:rPr lang="ru-RU" dirty="0" smtClean="0">
                <a:solidFill>
                  <a:srgbClr val="29DFCE"/>
                </a:solidFill>
              </a:rPr>
              <a:t>Рестарт.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2604987" y="594360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312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 flipH="1">
            <a:off x="10288775" y="1811522"/>
            <a:ext cx="1488552" cy="69216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Ур.</a:t>
            </a:r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6276131"/>
            <a:ext cx="1431853" cy="298636"/>
          </a:xfrm>
        </p:spPr>
        <p:txBody>
          <a:bodyPr>
            <a:normAutofit fontScale="77500" lnSpcReduction="20000"/>
          </a:bodyPr>
          <a:lstStyle/>
          <a:p>
            <a:endParaRPr lang="en-US" dirty="0"/>
          </a:p>
        </p:txBody>
      </p:sp>
      <p:sp>
        <p:nvSpPr>
          <p:cNvPr id="16" name="Прямоугольник 15">
            <a:hlinkHover r:id="" action="ppaction://hlinkshowjump?jump=nextslide"/>
          </p:cNvPr>
          <p:cNvSpPr/>
          <p:nvPr/>
        </p:nvSpPr>
        <p:spPr>
          <a:xfrm>
            <a:off x="7304999" y="0"/>
            <a:ext cx="191387" cy="1984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Рисунок 17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05527"/>
            <a:ext cx="5004486" cy="1552473"/>
          </a:xfrm>
          <a:prstGeom prst="rect">
            <a:avLst/>
          </a:prstGeom>
        </p:spPr>
      </p:pic>
      <p:pic>
        <p:nvPicPr>
          <p:cNvPr id="19" name="Рисунок 18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131" y="5305527"/>
            <a:ext cx="6056870" cy="1552473"/>
          </a:xfrm>
          <a:prstGeom prst="rect">
            <a:avLst/>
          </a:prstGeom>
        </p:spPr>
      </p:pic>
      <p:pic>
        <p:nvPicPr>
          <p:cNvPr id="20" name="Рисунок 19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486" y="2346982"/>
            <a:ext cx="7187514" cy="1922278"/>
          </a:xfrm>
          <a:prstGeom prst="rect">
            <a:avLst/>
          </a:prstGeom>
        </p:spPr>
      </p:pic>
      <p:pic>
        <p:nvPicPr>
          <p:cNvPr id="21" name="Рисунок 20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131" y="4269261"/>
            <a:ext cx="6056869" cy="1088292"/>
          </a:xfrm>
          <a:prstGeom prst="rect">
            <a:avLst/>
          </a:prstGeom>
        </p:spPr>
      </p:pic>
      <p:pic>
        <p:nvPicPr>
          <p:cNvPr id="22" name="Рисунок 21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50948"/>
            <a:ext cx="4501036" cy="1870480"/>
          </a:xfrm>
          <a:prstGeom prst="rect">
            <a:avLst/>
          </a:prstGeom>
        </p:spPr>
      </p:pic>
      <p:pic>
        <p:nvPicPr>
          <p:cNvPr id="25" name="Рисунок 24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621427"/>
            <a:ext cx="4003589" cy="1684100"/>
          </a:xfrm>
          <a:prstGeom prst="rect">
            <a:avLst/>
          </a:prstGeom>
        </p:spPr>
      </p:pic>
      <p:pic>
        <p:nvPicPr>
          <p:cNvPr id="27" name="Рисунок 26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882" y="0"/>
            <a:ext cx="2275701" cy="1750947"/>
          </a:xfrm>
          <a:prstGeom prst="rect">
            <a:avLst/>
          </a:prstGeom>
        </p:spPr>
      </p:pic>
      <p:pic>
        <p:nvPicPr>
          <p:cNvPr id="28" name="Рисунок 27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3095368" cy="1750946"/>
          </a:xfrm>
          <a:prstGeom prst="rect">
            <a:avLst/>
          </a:prstGeom>
        </p:spPr>
      </p:pic>
      <p:pic>
        <p:nvPicPr>
          <p:cNvPr id="29" name="Рисунок 28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570" y="-1"/>
            <a:ext cx="2275701" cy="1750947"/>
          </a:xfrm>
          <a:prstGeom prst="rect">
            <a:avLst/>
          </a:prstGeom>
        </p:spPr>
      </p:pic>
      <p:pic>
        <p:nvPicPr>
          <p:cNvPr id="30" name="Рисунок 29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5671" y="702276"/>
            <a:ext cx="2275701" cy="1750947"/>
          </a:xfrm>
          <a:prstGeom prst="rect">
            <a:avLst/>
          </a:prstGeom>
        </p:spPr>
      </p:pic>
      <p:pic>
        <p:nvPicPr>
          <p:cNvPr id="31" name="Рисунок 30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1373" y="1073830"/>
            <a:ext cx="2030628" cy="677117"/>
          </a:xfrm>
          <a:prstGeom prst="rect">
            <a:avLst/>
          </a:prstGeom>
        </p:spPr>
      </p:pic>
      <p:pic>
        <p:nvPicPr>
          <p:cNvPr id="32" name="Рисунок 31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786" y="0"/>
            <a:ext cx="2329200" cy="413173"/>
          </a:xfrm>
          <a:prstGeom prst="rect">
            <a:avLst/>
          </a:prstGeom>
        </p:spPr>
      </p:pic>
      <p:pic>
        <p:nvPicPr>
          <p:cNvPr id="33" name="Рисунок 32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0985" y="-2331"/>
            <a:ext cx="2321015" cy="412211"/>
          </a:xfrm>
          <a:prstGeom prst="rect">
            <a:avLst/>
          </a:prstGeom>
        </p:spPr>
      </p:pic>
      <p:pic>
        <p:nvPicPr>
          <p:cNvPr id="34" name="Рисунок 3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1372" y="702276"/>
            <a:ext cx="1135836" cy="627944"/>
          </a:xfrm>
          <a:prstGeom prst="rect">
            <a:avLst/>
          </a:prstGeom>
        </p:spPr>
      </p:pic>
      <p:sp>
        <p:nvSpPr>
          <p:cNvPr id="35" name="Прямоугольник 34">
            <a:hlinkHover r:id="" action="ppaction://hlinkshowjump?jump=nextslide"/>
          </p:cNvPr>
          <p:cNvSpPr/>
          <p:nvPr/>
        </p:nvSpPr>
        <p:spPr>
          <a:xfrm>
            <a:off x="11297209" y="409880"/>
            <a:ext cx="894791" cy="6701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Прямоугольник 35">
            <a:hlinkHover r:id="rId3" action="ppaction://hlinksldjump"/>
          </p:cNvPr>
          <p:cNvSpPr/>
          <p:nvPr/>
        </p:nvSpPr>
        <p:spPr>
          <a:xfrm>
            <a:off x="8706386" y="409881"/>
            <a:ext cx="191387" cy="77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93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Уровень пройден!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30548" y="5124893"/>
            <a:ext cx="6306879" cy="41970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29DFCE"/>
                </a:solidFill>
              </a:rPr>
              <a:t>-Следующий уровень.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11277600" y="594360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166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09307" y="5743296"/>
            <a:ext cx="466060" cy="457311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29DFCE"/>
                </a:solidFill>
              </a:rPr>
              <a:t>е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90553" y="5787655"/>
            <a:ext cx="1281223" cy="36859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29DFCE"/>
                </a:solidFill>
              </a:rPr>
              <a:t>-Рестарт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11271654" y="594360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151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209862"/>
            <a:ext cx="1302488" cy="59199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Ур 3</a:t>
            </a:r>
            <a:endParaRPr lang="en-US" dirty="0"/>
          </a:p>
        </p:txBody>
      </p:sp>
      <p:pic>
        <p:nvPicPr>
          <p:cNvPr id="4" name="Объект 3">
            <a:hlinkHover r:id="" action="ppaction://hlinkshowjump?jump=previousslide"/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801852"/>
            <a:ext cx="2603218" cy="1780186"/>
          </a:xfrm>
          <a:prstGeom prst="rect">
            <a:avLst/>
          </a:prstGeom>
        </p:spPr>
      </p:pic>
      <p:pic>
        <p:nvPicPr>
          <p:cNvPr id="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82038"/>
            <a:ext cx="2603218" cy="2275962"/>
          </a:xfrm>
          <a:prstGeom prst="rect">
            <a:avLst/>
          </a:prstGeom>
        </p:spPr>
      </p:pic>
      <p:pic>
        <p:nvPicPr>
          <p:cNvPr id="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218" y="5077814"/>
            <a:ext cx="8750582" cy="1780186"/>
          </a:xfrm>
          <a:prstGeom prst="rect">
            <a:avLst/>
          </a:prstGeom>
        </p:spPr>
      </p:pic>
      <p:pic>
        <p:nvPicPr>
          <p:cNvPr id="7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218" y="3297628"/>
            <a:ext cx="8076307" cy="1780186"/>
          </a:xfrm>
          <a:prstGeom prst="rect">
            <a:avLst/>
          </a:prstGeom>
        </p:spPr>
      </p:pic>
      <p:pic>
        <p:nvPicPr>
          <p:cNvPr id="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465" y="834081"/>
            <a:ext cx="2603218" cy="1967771"/>
          </a:xfrm>
          <a:prstGeom prst="rect">
            <a:avLst/>
          </a:prstGeom>
        </p:spPr>
      </p:pic>
      <p:pic>
        <p:nvPicPr>
          <p:cNvPr id="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030465" cy="2209862"/>
          </a:xfrm>
          <a:prstGeom prst="rect">
            <a:avLst/>
          </a:prstGeom>
        </p:spPr>
      </p:pic>
      <p:pic>
        <p:nvPicPr>
          <p:cNvPr id="1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856" y="-4605"/>
            <a:ext cx="8694782" cy="888281"/>
          </a:xfrm>
          <a:prstGeom prst="rect">
            <a:avLst/>
          </a:prstGeom>
        </p:spPr>
      </p:pic>
      <p:pic>
        <p:nvPicPr>
          <p:cNvPr id="12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782" y="1176075"/>
            <a:ext cx="2603218" cy="1625777"/>
          </a:xfrm>
          <a:prstGeom prst="rect">
            <a:avLst/>
          </a:prstGeom>
        </p:spPr>
      </p:pic>
      <p:pic>
        <p:nvPicPr>
          <p:cNvPr id="13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370" y="1173861"/>
            <a:ext cx="3375411" cy="721804"/>
          </a:xfrm>
          <a:prstGeom prst="rect">
            <a:avLst/>
          </a:prstGeom>
        </p:spPr>
      </p:pic>
      <p:pic>
        <p:nvPicPr>
          <p:cNvPr id="1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060" y="2266329"/>
            <a:ext cx="3146372" cy="535523"/>
          </a:xfrm>
          <a:prstGeom prst="rect">
            <a:avLst/>
          </a:prstGeom>
        </p:spPr>
      </p:pic>
      <p:pic>
        <p:nvPicPr>
          <p:cNvPr id="1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639" y="0"/>
            <a:ext cx="2486362" cy="475515"/>
          </a:xfrm>
          <a:prstGeom prst="rect">
            <a:avLst/>
          </a:prstGeom>
        </p:spPr>
      </p:pic>
      <p:pic>
        <p:nvPicPr>
          <p:cNvPr id="1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9566" y="425302"/>
            <a:ext cx="1385764" cy="470563"/>
          </a:xfrm>
          <a:prstGeom prst="rect">
            <a:avLst/>
          </a:prstGeom>
        </p:spPr>
      </p:pic>
      <p:sp>
        <p:nvSpPr>
          <p:cNvPr id="17" name="Прямоугольник 16">
            <a:hlinkHover r:id="rId3" action="ppaction://hlinksldjump"/>
          </p:cNvPr>
          <p:cNvSpPr/>
          <p:nvPr/>
        </p:nvSpPr>
        <p:spPr>
          <a:xfrm>
            <a:off x="9087759" y="1310309"/>
            <a:ext cx="275060" cy="820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218" y="2801852"/>
            <a:ext cx="6810140" cy="511870"/>
          </a:xfrm>
          <a:prstGeom prst="rect">
            <a:avLst/>
          </a:prstGeom>
        </p:spPr>
      </p:pic>
      <p:pic>
        <p:nvPicPr>
          <p:cNvPr id="1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682" y="834081"/>
            <a:ext cx="2388784" cy="1266791"/>
          </a:xfrm>
          <a:prstGeom prst="rect">
            <a:avLst/>
          </a:prstGeom>
        </p:spPr>
      </p:pic>
      <p:pic>
        <p:nvPicPr>
          <p:cNvPr id="2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682" y="2084777"/>
            <a:ext cx="2579688" cy="717075"/>
          </a:xfrm>
          <a:prstGeom prst="rect">
            <a:avLst/>
          </a:prstGeom>
        </p:spPr>
      </p:pic>
      <p:sp>
        <p:nvSpPr>
          <p:cNvPr id="21" name="Прямоугольник 20">
            <a:hlinkHover r:id="rId4" action="ppaction://hlinksldjump"/>
          </p:cNvPr>
          <p:cNvSpPr/>
          <p:nvPr/>
        </p:nvSpPr>
        <p:spPr>
          <a:xfrm>
            <a:off x="8896372" y="889683"/>
            <a:ext cx="191387" cy="95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Прямоугольник 22">
            <a:hlinkHover r:id="" action="ppaction://hlinkshowjump?jump=nextslide"/>
          </p:cNvPr>
          <p:cNvSpPr/>
          <p:nvPr/>
        </p:nvSpPr>
        <p:spPr>
          <a:xfrm>
            <a:off x="11015330" y="470455"/>
            <a:ext cx="1196279" cy="70340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07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Уровень пройден.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28037" y="5489390"/>
            <a:ext cx="3600893" cy="4607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solidFill>
                  <a:srgbClr val="29DFCE"/>
                </a:solidFill>
              </a:rPr>
              <a:t>в</a:t>
            </a:r>
            <a:r>
              <a:rPr lang="ru-RU" dirty="0" smtClean="0">
                <a:solidFill>
                  <a:srgbClr val="29DFCE"/>
                </a:solidFill>
              </a:rPr>
              <a:t> 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0" y="5950135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72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Бу! Испугался? | Мем вики | Fand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hlinkClick r:id="rId3" action="ppaction://hlinksldjump"/>
          </p:cNvPr>
          <p:cNvSpPr/>
          <p:nvPr/>
        </p:nvSpPr>
        <p:spPr>
          <a:xfrm>
            <a:off x="11257279" y="5943600"/>
            <a:ext cx="934721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931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Бу! Испугался? | Мем вики | Fand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hlinkClick r:id="rId3" action="ppaction://hlinksldjump"/>
          </p:cNvPr>
          <p:cNvSpPr/>
          <p:nvPr/>
        </p:nvSpPr>
        <p:spPr>
          <a:xfrm>
            <a:off x="0" y="5943601"/>
            <a:ext cx="914400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58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9535" y="192130"/>
            <a:ext cx="10515600" cy="1325563"/>
          </a:xfrm>
        </p:spPr>
        <p:txBody>
          <a:bodyPr/>
          <a:lstStyle/>
          <a:p>
            <a:pPr algn="ctr"/>
            <a:r>
              <a:rPr lang="ru-RU" dirty="0" smtClean="0"/>
              <a:t> Заново. 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783" y="6400800"/>
            <a:ext cx="275968" cy="33062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 smtClean="0"/>
              <a:t>ц</a:t>
            </a:r>
            <a:endParaRPr lang="en-US" dirty="0"/>
          </a:p>
        </p:txBody>
      </p:sp>
      <p:sp>
        <p:nvSpPr>
          <p:cNvPr id="5" name="Овал 4">
            <a:hlinkClick r:id="rId2" action="ppaction://hlinksldjump"/>
          </p:cNvPr>
          <p:cNvSpPr/>
          <p:nvPr/>
        </p:nvSpPr>
        <p:spPr>
          <a:xfrm>
            <a:off x="0" y="594360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870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967771"/>
            <a:ext cx="1210340" cy="577628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Ур.4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1633" y="294537"/>
            <a:ext cx="395176" cy="4639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в</a:t>
            </a:r>
            <a:endParaRPr lang="en-US" dirty="0"/>
          </a:p>
        </p:txBody>
      </p:sp>
      <p:pic>
        <p:nvPicPr>
          <p:cNvPr id="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603218" cy="1967771"/>
          </a:xfrm>
          <a:prstGeom prst="rect">
            <a:avLst/>
          </a:prstGeom>
        </p:spPr>
      </p:pic>
      <p:pic>
        <p:nvPicPr>
          <p:cNvPr id="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553" y="1967771"/>
            <a:ext cx="1565665" cy="845864"/>
          </a:xfrm>
          <a:prstGeom prst="rect">
            <a:avLst/>
          </a:prstGeom>
        </p:spPr>
      </p:pic>
      <p:pic>
        <p:nvPicPr>
          <p:cNvPr id="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5224"/>
            <a:ext cx="1037553" cy="328411"/>
          </a:xfrm>
          <a:prstGeom prst="rect">
            <a:avLst/>
          </a:prstGeom>
        </p:spPr>
      </p:pic>
      <p:pic>
        <p:nvPicPr>
          <p:cNvPr id="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68054"/>
            <a:ext cx="586946" cy="1689946"/>
          </a:xfrm>
          <a:prstGeom prst="rect">
            <a:avLst/>
          </a:prstGeom>
        </p:spPr>
      </p:pic>
      <p:pic>
        <p:nvPicPr>
          <p:cNvPr id="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389870"/>
            <a:ext cx="2603218" cy="1825597"/>
          </a:xfrm>
          <a:prstGeom prst="rect">
            <a:avLst/>
          </a:prstGeom>
        </p:spPr>
      </p:pic>
      <p:pic>
        <p:nvPicPr>
          <p:cNvPr id="1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620" y="4106026"/>
            <a:ext cx="1210962" cy="267729"/>
          </a:xfrm>
          <a:prstGeom prst="rect">
            <a:avLst/>
          </a:prstGeom>
        </p:spPr>
      </p:pic>
      <p:pic>
        <p:nvPicPr>
          <p:cNvPr id="11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289" y="2405984"/>
            <a:ext cx="2603218" cy="1967771"/>
          </a:xfrm>
          <a:prstGeom prst="rect">
            <a:avLst/>
          </a:prstGeom>
        </p:spPr>
      </p:pic>
      <p:pic>
        <p:nvPicPr>
          <p:cNvPr id="13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218" y="0"/>
            <a:ext cx="2603218" cy="2156254"/>
          </a:xfrm>
          <a:prstGeom prst="rect">
            <a:avLst/>
          </a:prstGeom>
        </p:spPr>
      </p:pic>
      <p:pic>
        <p:nvPicPr>
          <p:cNvPr id="1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693" y="3156163"/>
            <a:ext cx="788742" cy="1834267"/>
          </a:xfrm>
          <a:prstGeom prst="rect">
            <a:avLst/>
          </a:prstGeom>
        </p:spPr>
      </p:pic>
      <p:pic>
        <p:nvPicPr>
          <p:cNvPr id="1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6267" y="3022659"/>
            <a:ext cx="3115733" cy="1967771"/>
          </a:xfrm>
          <a:prstGeom prst="rect">
            <a:avLst/>
          </a:prstGeom>
        </p:spPr>
      </p:pic>
      <p:pic>
        <p:nvPicPr>
          <p:cNvPr id="1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436" y="1"/>
            <a:ext cx="906071" cy="2156254"/>
          </a:xfrm>
          <a:prstGeom prst="rect">
            <a:avLst/>
          </a:prstGeom>
        </p:spPr>
      </p:pic>
      <p:pic>
        <p:nvPicPr>
          <p:cNvPr id="17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716" y="332297"/>
            <a:ext cx="2603218" cy="2519097"/>
          </a:xfrm>
          <a:prstGeom prst="rect">
            <a:avLst/>
          </a:prstGeom>
        </p:spPr>
      </p:pic>
      <p:pic>
        <p:nvPicPr>
          <p:cNvPr id="1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507" y="2405984"/>
            <a:ext cx="716111" cy="750179"/>
          </a:xfrm>
          <a:prstGeom prst="rect">
            <a:avLst/>
          </a:prstGeom>
        </p:spPr>
      </p:pic>
      <p:pic>
        <p:nvPicPr>
          <p:cNvPr id="1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2933" y="216747"/>
            <a:ext cx="2777493" cy="2596888"/>
          </a:xfrm>
          <a:prstGeom prst="rect">
            <a:avLst/>
          </a:prstGeom>
        </p:spPr>
      </p:pic>
      <p:pic>
        <p:nvPicPr>
          <p:cNvPr id="2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853" y="5493173"/>
            <a:ext cx="1592436" cy="240481"/>
          </a:xfrm>
          <a:prstGeom prst="rect">
            <a:avLst/>
          </a:prstGeom>
        </p:spPr>
      </p:pic>
      <p:pic>
        <p:nvPicPr>
          <p:cNvPr id="22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618" y="4373754"/>
            <a:ext cx="2533075" cy="576236"/>
          </a:xfrm>
          <a:prstGeom prst="rect">
            <a:avLst/>
          </a:prstGeom>
        </p:spPr>
      </p:pic>
      <p:pic>
        <p:nvPicPr>
          <p:cNvPr id="23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289" y="5493173"/>
            <a:ext cx="2603218" cy="240481"/>
          </a:xfrm>
          <a:prstGeom prst="rect">
            <a:avLst/>
          </a:prstGeom>
        </p:spPr>
      </p:pic>
      <p:pic>
        <p:nvPicPr>
          <p:cNvPr id="2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507" y="5332959"/>
            <a:ext cx="6079493" cy="400695"/>
          </a:xfrm>
          <a:prstGeom prst="rect">
            <a:avLst/>
          </a:prstGeom>
        </p:spPr>
      </p:pic>
      <p:pic>
        <p:nvPicPr>
          <p:cNvPr id="2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346" y="6075680"/>
            <a:ext cx="3018725" cy="782320"/>
          </a:xfrm>
          <a:prstGeom prst="rect">
            <a:avLst/>
          </a:prstGeom>
        </p:spPr>
      </p:pic>
      <p:pic>
        <p:nvPicPr>
          <p:cNvPr id="2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070" y="6075680"/>
            <a:ext cx="7671929" cy="782320"/>
          </a:xfrm>
          <a:prstGeom prst="rect">
            <a:avLst/>
          </a:prstGeom>
        </p:spPr>
      </p:pic>
      <p:sp>
        <p:nvSpPr>
          <p:cNvPr id="27" name="Прямоугольник 26">
            <a:hlinkHover r:id="" action="ppaction://hlinkshowjump?jump=nextslide"/>
          </p:cNvPr>
          <p:cNvSpPr/>
          <p:nvPr/>
        </p:nvSpPr>
        <p:spPr>
          <a:xfrm>
            <a:off x="10995720" y="5733655"/>
            <a:ext cx="1196279" cy="34202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Прямоугольник 27">
            <a:hlinkHover r:id="rId3" action="ppaction://hlinksldjump"/>
          </p:cNvPr>
          <p:cNvSpPr/>
          <p:nvPr/>
        </p:nvSpPr>
        <p:spPr>
          <a:xfrm>
            <a:off x="9152253" y="5733653"/>
            <a:ext cx="191387" cy="1252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73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Уровень пройден.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341870" cy="42330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29DFCE"/>
                </a:solidFill>
              </a:rPr>
              <a:t>е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5257801" y="594360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867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Бу! Испугался? | Мем вики | Fand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hlinkClick r:id="rId3" action="ppaction://hlinksldjump"/>
          </p:cNvPr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459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Прямоугольник 4">
            <a:hlinkClick r:id="rId2" action="ppaction://hlinksldjump"/>
          </p:cNvPr>
          <p:cNvSpPr/>
          <p:nvPr/>
        </p:nvSpPr>
        <p:spPr>
          <a:xfrm>
            <a:off x="5039833" y="5943600"/>
            <a:ext cx="914400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9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766751"/>
            <a:ext cx="633284" cy="521044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29DFCE"/>
                </a:solidFill>
              </a:rPr>
              <a:t>а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837039"/>
            <a:ext cx="1081217" cy="591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 smtClean="0"/>
              <a:t>Ур.5</a:t>
            </a:r>
            <a:endParaRPr lang="en-US" sz="3600" dirty="0"/>
          </a:p>
        </p:txBody>
      </p:sp>
      <p:pic>
        <p:nvPicPr>
          <p:cNvPr id="1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22" y="1478564"/>
            <a:ext cx="2603218" cy="976784"/>
          </a:xfrm>
          <a:prstGeom prst="rect">
            <a:avLst/>
          </a:prstGeom>
        </p:spPr>
      </p:pic>
      <p:pic>
        <p:nvPicPr>
          <p:cNvPr id="11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38400"/>
            <a:ext cx="2603218" cy="1318054"/>
          </a:xfrm>
          <a:prstGeom prst="rect">
            <a:avLst/>
          </a:prstGeom>
        </p:spPr>
      </p:pic>
      <p:pic>
        <p:nvPicPr>
          <p:cNvPr id="12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756453"/>
            <a:ext cx="2603218" cy="3101546"/>
          </a:xfrm>
          <a:prstGeom prst="rect">
            <a:avLst/>
          </a:prstGeom>
        </p:spPr>
      </p:pic>
      <p:pic>
        <p:nvPicPr>
          <p:cNvPr id="13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78564"/>
            <a:ext cx="990723" cy="424248"/>
          </a:xfrm>
          <a:prstGeom prst="rect">
            <a:avLst/>
          </a:prstGeom>
        </p:spPr>
      </p:pic>
      <p:pic>
        <p:nvPicPr>
          <p:cNvPr id="1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217" y="5566718"/>
            <a:ext cx="2753438" cy="1291281"/>
          </a:xfrm>
          <a:prstGeom prst="rect">
            <a:avLst/>
          </a:prstGeom>
        </p:spPr>
      </p:pic>
      <p:pic>
        <p:nvPicPr>
          <p:cNvPr id="1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055" y="5622324"/>
            <a:ext cx="2840207" cy="1235676"/>
          </a:xfrm>
          <a:prstGeom prst="rect">
            <a:avLst/>
          </a:prstGeom>
        </p:spPr>
      </p:pic>
      <p:pic>
        <p:nvPicPr>
          <p:cNvPr id="17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785" y="4383559"/>
            <a:ext cx="1406550" cy="278027"/>
          </a:xfrm>
          <a:prstGeom prst="rect">
            <a:avLst/>
          </a:prstGeom>
        </p:spPr>
      </p:pic>
      <p:pic>
        <p:nvPicPr>
          <p:cNvPr id="1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206" y="3466070"/>
            <a:ext cx="1785903" cy="2156254"/>
          </a:xfrm>
          <a:prstGeom prst="rect">
            <a:avLst/>
          </a:prstGeom>
        </p:spPr>
      </p:pic>
      <p:pic>
        <p:nvPicPr>
          <p:cNvPr id="2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7882" y="3188043"/>
            <a:ext cx="1406550" cy="278027"/>
          </a:xfrm>
          <a:prstGeom prst="rect">
            <a:avLst/>
          </a:prstGeom>
        </p:spPr>
      </p:pic>
      <p:pic>
        <p:nvPicPr>
          <p:cNvPr id="22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217" y="2438399"/>
            <a:ext cx="3885636" cy="972354"/>
          </a:xfrm>
          <a:prstGeom prst="rect">
            <a:avLst/>
          </a:prstGeom>
        </p:spPr>
      </p:pic>
      <p:pic>
        <p:nvPicPr>
          <p:cNvPr id="23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853" y="358986"/>
            <a:ext cx="3271520" cy="2729653"/>
          </a:xfrm>
          <a:prstGeom prst="rect">
            <a:avLst/>
          </a:prstGeom>
        </p:spPr>
      </p:pic>
      <p:pic>
        <p:nvPicPr>
          <p:cNvPr id="2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4108" y="3466070"/>
            <a:ext cx="1785903" cy="2156254"/>
          </a:xfrm>
          <a:prstGeom prst="rect">
            <a:avLst/>
          </a:prstGeom>
        </p:spPr>
      </p:pic>
      <p:pic>
        <p:nvPicPr>
          <p:cNvPr id="2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217" y="3410753"/>
            <a:ext cx="2090704" cy="2460764"/>
          </a:xfrm>
          <a:prstGeom prst="rect">
            <a:avLst/>
          </a:prstGeom>
        </p:spPr>
      </p:pic>
      <p:pic>
        <p:nvPicPr>
          <p:cNvPr id="2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1260" y="5622324"/>
            <a:ext cx="3080740" cy="1235675"/>
          </a:xfrm>
          <a:prstGeom prst="rect">
            <a:avLst/>
          </a:prstGeom>
        </p:spPr>
      </p:pic>
      <p:pic>
        <p:nvPicPr>
          <p:cNvPr id="2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8678" y="358987"/>
            <a:ext cx="2128522" cy="2707873"/>
          </a:xfrm>
          <a:prstGeom prst="rect">
            <a:avLst/>
          </a:prstGeom>
        </p:spPr>
      </p:pic>
      <p:pic>
        <p:nvPicPr>
          <p:cNvPr id="3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5777" y="3066860"/>
            <a:ext cx="1221423" cy="2156254"/>
          </a:xfrm>
          <a:prstGeom prst="rect">
            <a:avLst/>
          </a:prstGeom>
        </p:spPr>
      </p:pic>
      <p:pic>
        <p:nvPicPr>
          <p:cNvPr id="31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388" y="0"/>
            <a:ext cx="2361636" cy="2156254"/>
          </a:xfrm>
          <a:prstGeom prst="rect">
            <a:avLst/>
          </a:prstGeom>
        </p:spPr>
      </p:pic>
      <p:pic>
        <p:nvPicPr>
          <p:cNvPr id="33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279" y="-1"/>
            <a:ext cx="2617110" cy="1076961"/>
          </a:xfrm>
          <a:prstGeom prst="rect">
            <a:avLst/>
          </a:prstGeom>
        </p:spPr>
      </p:pic>
      <p:sp>
        <p:nvSpPr>
          <p:cNvPr id="34" name="Прямоугольник 33">
            <a:hlinkHover r:id="" action="ppaction://hlinkshowjump?jump=nextslide"/>
          </p:cNvPr>
          <p:cNvSpPr/>
          <p:nvPr/>
        </p:nvSpPr>
        <p:spPr>
          <a:xfrm>
            <a:off x="-1" y="6445"/>
            <a:ext cx="1196279" cy="147211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Прямоугольник 34">
            <a:hlinkHover r:id="rId3" action="ppaction://hlinksldjump"/>
          </p:cNvPr>
          <p:cNvSpPr/>
          <p:nvPr/>
        </p:nvSpPr>
        <p:spPr>
          <a:xfrm>
            <a:off x="2027485" y="1076960"/>
            <a:ext cx="191387" cy="169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032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6" presetClass="entr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8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273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99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" dur="39">
                                          <p:stCondLst>
                                            <p:cond delay="97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" dur="249" decel="50000">
                                          <p:stCondLst>
                                            <p:cond delay="101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 сожалению конец игры появится в следующей версии.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dirty="0" smtClean="0"/>
              <a:t>Спасибо что прошли.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110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119</Words>
  <Application>Microsoft Office PowerPoint</Application>
  <PresentationFormat>Широкоэкранный</PresentationFormat>
  <Paragraphs>42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Тема Office</vt:lpstr>
      <vt:lpstr>Чтобы начать игру нажмите на кнопку.</vt:lpstr>
      <vt:lpstr>ПОПРОБУЙ НЕ ЗАДЕНЬ!</vt:lpstr>
      <vt:lpstr>Правила.</vt:lpstr>
      <vt:lpstr>Выберите уровень</vt:lpstr>
      <vt:lpstr>Ур.1</vt:lpstr>
      <vt:lpstr>Уровень пройден!</vt:lpstr>
      <vt:lpstr>Презентация PowerPoint</vt:lpstr>
      <vt:lpstr>Презентация PowerPoint</vt:lpstr>
      <vt:lpstr>п</vt:lpstr>
      <vt:lpstr>Ур.2</vt:lpstr>
      <vt:lpstr>Уровень пройден!</vt:lpstr>
      <vt:lpstr>е</vt:lpstr>
      <vt:lpstr>Ур 3</vt:lpstr>
      <vt:lpstr>Уровень пройден.</vt:lpstr>
      <vt:lpstr>Презентация PowerPoint</vt:lpstr>
      <vt:lpstr>Презентация PowerPoint</vt:lpstr>
      <vt:lpstr> Заново. </vt:lpstr>
      <vt:lpstr>Ур.4</vt:lpstr>
      <vt:lpstr>Уровень пройден.</vt:lpstr>
      <vt:lpstr>Презентация PowerPoint</vt:lpstr>
      <vt:lpstr>Презентация PowerPoint</vt:lpstr>
      <vt:lpstr>а</vt:lpstr>
      <vt:lpstr>К сожалению конец игры появится в следующей версии.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-</dc:title>
  <dc:creator>Sasha</dc:creator>
  <cp:lastModifiedBy>Sasha</cp:lastModifiedBy>
  <cp:revision>47</cp:revision>
  <dcterms:created xsi:type="dcterms:W3CDTF">2026-05-31T12:25:08Z</dcterms:created>
  <dcterms:modified xsi:type="dcterms:W3CDTF">2026-06-29T12:00:43Z</dcterms:modified>
</cp:coreProperties>
</file>