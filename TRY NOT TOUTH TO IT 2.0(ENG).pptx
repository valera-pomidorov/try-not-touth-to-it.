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8" r:id="rId3"/>
    <p:sldId id="262" r:id="rId4"/>
    <p:sldId id="261" r:id="rId5"/>
    <p:sldId id="256" r:id="rId6"/>
    <p:sldId id="265" r:id="rId7"/>
    <p:sldId id="270" r:id="rId8"/>
    <p:sldId id="272" r:id="rId9"/>
    <p:sldId id="260" r:id="rId10"/>
    <p:sldId id="259" r:id="rId11"/>
    <p:sldId id="266" r:id="rId12"/>
    <p:sldId id="263" r:id="rId13"/>
    <p:sldId id="264" r:id="rId14"/>
    <p:sldId id="268" r:id="rId15"/>
    <p:sldId id="267" r:id="rId16"/>
    <p:sldId id="271" r:id="rId17"/>
    <p:sldId id="274" r:id="rId18"/>
    <p:sldId id="269" r:id="rId19"/>
    <p:sldId id="275" r:id="rId20"/>
    <p:sldId id="279" r:id="rId21"/>
    <p:sldId id="278" r:id="rId22"/>
    <p:sldId id="276" r:id="rId23"/>
    <p:sldId id="283" r:id="rId24"/>
    <p:sldId id="282" r:id="rId25"/>
    <p:sldId id="281" r:id="rId26"/>
    <p:sldId id="280" r:id="rId27"/>
    <p:sldId id="285" r:id="rId28"/>
    <p:sldId id="287" r:id="rId29"/>
    <p:sldId id="286" r:id="rId30"/>
    <p:sldId id="284" r:id="rId31"/>
    <p:sldId id="288" r:id="rId32"/>
    <p:sldId id="292" r:id="rId33"/>
    <p:sldId id="291" r:id="rId34"/>
    <p:sldId id="290" r:id="rId35"/>
    <p:sldId id="293" r:id="rId36"/>
    <p:sldId id="297" r:id="rId37"/>
    <p:sldId id="296" r:id="rId38"/>
    <p:sldId id="295" r:id="rId39"/>
    <p:sldId id="300" r:id="rId40"/>
    <p:sldId id="304" r:id="rId41"/>
    <p:sldId id="299" r:id="rId42"/>
    <p:sldId id="298" r:id="rId43"/>
    <p:sldId id="301" r:id="rId44"/>
    <p:sldId id="302" r:id="rId45"/>
    <p:sldId id="30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sha" initials="S" lastIdx="2" clrIdx="0">
    <p:extLst>
      <p:ext uri="{19B8F6BF-5375-455C-9EA6-DF929625EA0E}">
        <p15:presenceInfo xmlns:p15="http://schemas.microsoft.com/office/powerpoint/2012/main" userId="68a38e9ccc444fc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DFCE"/>
    <a:srgbClr val="3ED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8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1T09:52:51.200" idx="1">
    <p:pos x="7680" y="2554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5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4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8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2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9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28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34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slide" Target="slide26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 start the game, click on the button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01589"/>
            <a:ext cx="10696787" cy="639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Game resources are loading, please wait 3 seconds.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3637280" y="4271375"/>
            <a:ext cx="4192693" cy="9582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Launch.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4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6424" y="346590"/>
            <a:ext cx="10317376" cy="1325563"/>
          </a:xfrm>
        </p:spPr>
        <p:txBody>
          <a:bodyPr/>
          <a:lstStyle/>
          <a:p>
            <a:pPr algn="ctr"/>
            <a:r>
              <a:rPr lang="en-US" b="1" dirty="0"/>
              <a:t>TRY NOT TOUTH TO IT!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rot="1193739" flipH="1">
            <a:off x="1001501" y="1637986"/>
            <a:ext cx="4403450" cy="56706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4000" dirty="0"/>
              <a:t>What is this game</a:t>
            </a:r>
          </a:p>
          <a:p>
            <a:pPr marL="457200" lvl="1" indent="0">
              <a:buNone/>
            </a:pPr>
            <a:endParaRPr lang="en-US" sz="4000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2470298" y="5742491"/>
            <a:ext cx="7251405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Play</a:t>
            </a:r>
            <a:r>
              <a:rPr lang="ru-RU" dirty="0" smtClean="0"/>
              <a:t>.</a:t>
            </a:r>
            <a:endParaRPr lang="en-US" dirty="0"/>
          </a:p>
        </p:txBody>
      </p:sp>
      <p:sp>
        <p:nvSpPr>
          <p:cNvPr id="5" name="Прямоугольник 4">
            <a:hlinkClick r:id="rId3" action="ppaction://hlinksldjump"/>
          </p:cNvPr>
          <p:cNvSpPr/>
          <p:nvPr/>
        </p:nvSpPr>
        <p:spPr>
          <a:xfrm>
            <a:off x="2470298" y="4213654"/>
            <a:ext cx="7251404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Rules of the game</a:t>
            </a:r>
            <a:r>
              <a:rPr lang="ru-RU" dirty="0"/>
              <a:t>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" y="0"/>
            <a:ext cx="1490597" cy="3880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Version:</a:t>
            </a:r>
            <a:r>
              <a:rPr lang="ru-RU" dirty="0"/>
              <a:t>2.0</a:t>
            </a:r>
            <a:endParaRPr lang="en-US" dirty="0"/>
          </a:p>
          <a:p>
            <a:pPr algn="ctr"/>
            <a:r>
              <a:rPr lang="en-US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81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8" presetClass="emph" presetSubtype="0" repeatCount="indefinite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 animBg="1"/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4385153" cy="1325563"/>
          </a:xfrm>
        </p:spPr>
        <p:txBody>
          <a:bodyPr>
            <a:normAutofit/>
          </a:bodyPr>
          <a:lstStyle/>
          <a:p>
            <a:r>
              <a:rPr lang="en-US" dirty="0"/>
              <a:t>Rules of the game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Don't touch the black areas with your</a:t>
            </a:r>
            <a:r>
              <a:rPr lang="ru-RU" dirty="0"/>
              <a:t> </a:t>
            </a:r>
            <a:r>
              <a:rPr lang="en-US" dirty="0"/>
              <a:t>cursor.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/>
              <a:t>Don't get </a:t>
            </a:r>
            <a:r>
              <a:rPr lang="en-US" dirty="0" err="1"/>
              <a:t>jumpscares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3. Reach the red square and VICTORY!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2307738" y="4929691"/>
            <a:ext cx="7251405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Play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2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26542" y="12357"/>
            <a:ext cx="4601347" cy="56321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Select level.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27889" y="5578990"/>
            <a:ext cx="327453" cy="3768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29DFCE"/>
                </a:solidFill>
              </a:rPr>
              <a:t>1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4255615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Овал 4">
            <a:hlinkClick r:id="rId3" action="ppaction://hlinksldjump"/>
          </p:cNvPr>
          <p:cNvSpPr/>
          <p:nvPr/>
        </p:nvSpPr>
        <p:spPr>
          <a:xfrm>
            <a:off x="8649138" y="594042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Овал 5">
            <a:hlinkClick r:id="rId3" action="ppaction://hlinksldjump"/>
          </p:cNvPr>
          <p:cNvSpPr/>
          <p:nvPr/>
        </p:nvSpPr>
        <p:spPr>
          <a:xfrm>
            <a:off x="11280692" y="5749796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Овал 6">
            <a:hlinkClick r:id="rId4" action="ppaction://hlinksldjump"/>
          </p:cNvPr>
          <p:cNvSpPr/>
          <p:nvPr/>
        </p:nvSpPr>
        <p:spPr>
          <a:xfrm>
            <a:off x="0" y="594042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en-US" dirty="0"/>
          </a:p>
        </p:txBody>
      </p:sp>
      <p:sp>
        <p:nvSpPr>
          <p:cNvPr id="9" name="Овал 8">
            <a:hlinkClick r:id="rId5" action="ppaction://hlinksldjump"/>
          </p:cNvPr>
          <p:cNvSpPr/>
          <p:nvPr/>
        </p:nvSpPr>
        <p:spPr>
          <a:xfrm>
            <a:off x="9768017" y="594042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6</a:t>
            </a:r>
            <a:endParaRPr lang="en-US" dirty="0"/>
          </a:p>
        </p:txBody>
      </p:sp>
      <p:sp>
        <p:nvSpPr>
          <p:cNvPr id="10" name="Овал 9">
            <a:hlinkClick r:id="rId6" action="ppaction://hlinksldjump"/>
          </p:cNvPr>
          <p:cNvSpPr/>
          <p:nvPr/>
        </p:nvSpPr>
        <p:spPr>
          <a:xfrm>
            <a:off x="1330155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endParaRPr lang="en-US" dirty="0"/>
          </a:p>
        </p:txBody>
      </p:sp>
      <p:sp>
        <p:nvSpPr>
          <p:cNvPr id="11" name="Овал 10">
            <a:hlinkClick r:id="rId5" action="ppaction://hlinksldjump"/>
          </p:cNvPr>
          <p:cNvSpPr/>
          <p:nvPr/>
        </p:nvSpPr>
        <p:spPr>
          <a:xfrm>
            <a:off x="5356655" y="5943599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en-US" dirty="0"/>
          </a:p>
        </p:txBody>
      </p:sp>
      <p:sp>
        <p:nvSpPr>
          <p:cNvPr id="12" name="Овал 11">
            <a:hlinkClick r:id="rId7" action="ppaction://hlinksldjump"/>
          </p:cNvPr>
          <p:cNvSpPr/>
          <p:nvPr/>
        </p:nvSpPr>
        <p:spPr>
          <a:xfrm>
            <a:off x="2757874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8</a:t>
            </a:r>
            <a:endParaRPr lang="en-US" dirty="0"/>
          </a:p>
        </p:txBody>
      </p:sp>
      <p:sp>
        <p:nvSpPr>
          <p:cNvPr id="8" name="Овал 7"/>
          <p:cNvSpPr/>
          <p:nvPr/>
        </p:nvSpPr>
        <p:spPr>
          <a:xfrm>
            <a:off x="6936259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3" name="Овал 12"/>
          <p:cNvSpPr/>
          <p:nvPr/>
        </p:nvSpPr>
        <p:spPr>
          <a:xfrm>
            <a:off x="0" y="4915844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45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8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flipH="1">
            <a:off x="10046126" y="1811522"/>
            <a:ext cx="2145873" cy="6921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</a:t>
            </a:r>
            <a:r>
              <a:rPr lang="ru-RU" dirty="0" smtClean="0"/>
              <a:t>.1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2147" y="2686493"/>
            <a:ext cx="1431853" cy="298636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Прямоугольник 3">
            <a:hlinkHover r:id="" action="ppaction://hlinkshowjump?jump=previousslide"/>
          </p:cNvPr>
          <p:cNvSpPr/>
          <p:nvPr/>
        </p:nvSpPr>
        <p:spPr>
          <a:xfrm>
            <a:off x="318977" y="369538"/>
            <a:ext cx="6245289" cy="1404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" y="2051869"/>
            <a:ext cx="2603217" cy="1552473"/>
          </a:xfrm>
          <a:prstGeom prst="rect">
            <a:avLst/>
          </a:prstGeom>
        </p:spPr>
      </p:pic>
      <p:pic>
        <p:nvPicPr>
          <p:cNvPr id="6" name="Рисунок 5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0" y="3490484"/>
            <a:ext cx="2603218" cy="1826719"/>
          </a:xfrm>
          <a:prstGeom prst="rect">
            <a:avLst/>
          </a:prstGeom>
        </p:spPr>
      </p:pic>
      <p:pic>
        <p:nvPicPr>
          <p:cNvPr id="7" name="Рисунок 6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65" y="5317204"/>
            <a:ext cx="8376740" cy="1540796"/>
          </a:xfrm>
          <a:prstGeom prst="rect">
            <a:avLst/>
          </a:prstGeom>
        </p:spPr>
      </p:pic>
      <p:pic>
        <p:nvPicPr>
          <p:cNvPr id="8" name="Рисунок 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102" y="5317204"/>
            <a:ext cx="2317899" cy="1540796"/>
          </a:xfrm>
          <a:prstGeom prst="rect">
            <a:avLst/>
          </a:prstGeom>
        </p:spPr>
      </p:pic>
      <p:pic>
        <p:nvPicPr>
          <p:cNvPr id="9" name="Рисунок 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996" y="3154326"/>
            <a:ext cx="2309003" cy="2168717"/>
          </a:xfrm>
          <a:prstGeom prst="rect">
            <a:avLst/>
          </a:prstGeom>
        </p:spPr>
      </p:pic>
      <p:pic>
        <p:nvPicPr>
          <p:cNvPr id="10" name="Рисунок 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844" y="2424223"/>
            <a:ext cx="2423373" cy="2999307"/>
          </a:xfrm>
          <a:prstGeom prst="rect">
            <a:avLst/>
          </a:prstGeom>
        </p:spPr>
      </p:pic>
      <p:pic>
        <p:nvPicPr>
          <p:cNvPr id="11" name="Рисунок 1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151" y="4054549"/>
            <a:ext cx="2819849" cy="1262655"/>
          </a:xfrm>
          <a:prstGeom prst="rect">
            <a:avLst/>
          </a:prstGeom>
        </p:spPr>
      </p:pic>
      <p:pic>
        <p:nvPicPr>
          <p:cNvPr id="12" name="Рисунок 1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833" y="2424222"/>
            <a:ext cx="2603218" cy="1780187"/>
          </a:xfrm>
          <a:prstGeom prst="rect">
            <a:avLst/>
          </a:prstGeom>
        </p:spPr>
      </p:pic>
      <p:pic>
        <p:nvPicPr>
          <p:cNvPr id="13" name="Рисунок 12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266" y="350548"/>
            <a:ext cx="3060418" cy="1423800"/>
          </a:xfrm>
          <a:prstGeom prst="rect">
            <a:avLst/>
          </a:prstGeom>
        </p:spPr>
      </p:pic>
      <p:pic>
        <p:nvPicPr>
          <p:cNvPr id="14" name="Рисунок 1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684" y="15668"/>
            <a:ext cx="2603218" cy="1780186"/>
          </a:xfrm>
          <a:prstGeom prst="rect">
            <a:avLst/>
          </a:prstGeom>
        </p:spPr>
      </p:pic>
      <p:sp>
        <p:nvSpPr>
          <p:cNvPr id="15" name="Прямоугольник 14">
            <a:hlinkHover r:id="rId3" action="ppaction://hlinksldjump"/>
          </p:cNvPr>
          <p:cNvSpPr/>
          <p:nvPr/>
        </p:nvSpPr>
        <p:spPr>
          <a:xfrm>
            <a:off x="8710284" y="0"/>
            <a:ext cx="9144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 15">
            <a:hlinkHover r:id="rId4" action="ppaction://hlinksldjump"/>
          </p:cNvPr>
          <p:cNvSpPr/>
          <p:nvPr/>
        </p:nvSpPr>
        <p:spPr>
          <a:xfrm>
            <a:off x="7304999" y="0"/>
            <a:ext cx="191387" cy="1354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051" y="2424222"/>
            <a:ext cx="1194851" cy="1630325"/>
          </a:xfrm>
          <a:prstGeom prst="rect">
            <a:avLst/>
          </a:prstGeom>
        </p:spPr>
      </p:pic>
      <p:pic>
        <p:nvPicPr>
          <p:cNvPr id="18" name="Рисунок 1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833" y="1740665"/>
            <a:ext cx="1616293" cy="7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0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Level completed</a:t>
            </a:r>
            <a:r>
              <a:rPr lang="ru-RU" dirty="0" smtClean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0548" y="5124893"/>
            <a:ext cx="6306879" cy="4197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-Следующий уровень.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3884597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9110133" y="5943600"/>
            <a:ext cx="982134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4582364" y="5943600"/>
            <a:ext cx="988907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2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29DFCE"/>
                </a:solidFill>
              </a:rPr>
              <a:t>п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84156" y="5112608"/>
            <a:ext cx="7411995" cy="47573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29DFCE"/>
                </a:solidFill>
              </a:rPr>
              <a:t>-</a:t>
            </a:r>
            <a:r>
              <a:rPr lang="ru-RU" dirty="0" smtClean="0">
                <a:solidFill>
                  <a:srgbClr val="29DFCE"/>
                </a:solidFill>
              </a:rPr>
              <a:t>Рестарт.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4547286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1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flipH="1">
            <a:off x="10064533" y="1750946"/>
            <a:ext cx="2127464" cy="75274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</a:t>
            </a:r>
            <a:r>
              <a:rPr lang="ru-RU" dirty="0" smtClean="0"/>
              <a:t>.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6276131"/>
            <a:ext cx="1431853" cy="298636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16" name="Прямоугольник 15">
            <a:hlinkHover r:id="" action="ppaction://hlinkshowjump?jump=nextslide"/>
          </p:cNvPr>
          <p:cNvSpPr/>
          <p:nvPr/>
        </p:nvSpPr>
        <p:spPr>
          <a:xfrm>
            <a:off x="7304999" y="0"/>
            <a:ext cx="191387" cy="198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Рисунок 1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5527"/>
            <a:ext cx="4003588" cy="1552473"/>
          </a:xfrm>
          <a:prstGeom prst="rect">
            <a:avLst/>
          </a:prstGeom>
        </p:spPr>
      </p:pic>
      <p:pic>
        <p:nvPicPr>
          <p:cNvPr id="19" name="Рисунок 1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131" y="5305527"/>
            <a:ext cx="6056870" cy="1552473"/>
          </a:xfrm>
          <a:prstGeom prst="rect">
            <a:avLst/>
          </a:prstGeom>
        </p:spPr>
      </p:pic>
      <p:pic>
        <p:nvPicPr>
          <p:cNvPr id="20" name="Рисунок 1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86" y="2346982"/>
            <a:ext cx="7187514" cy="1922278"/>
          </a:xfrm>
          <a:prstGeom prst="rect">
            <a:avLst/>
          </a:prstGeom>
        </p:spPr>
      </p:pic>
      <p:pic>
        <p:nvPicPr>
          <p:cNvPr id="21" name="Рисунок 2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131" y="4269261"/>
            <a:ext cx="6056869" cy="1088292"/>
          </a:xfrm>
          <a:prstGeom prst="rect">
            <a:avLst/>
          </a:prstGeom>
        </p:spPr>
      </p:pic>
      <p:pic>
        <p:nvPicPr>
          <p:cNvPr id="22" name="Рисунок 2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50948"/>
            <a:ext cx="4501036" cy="1870480"/>
          </a:xfrm>
          <a:prstGeom prst="rect">
            <a:avLst/>
          </a:prstGeom>
        </p:spPr>
      </p:pic>
      <p:pic>
        <p:nvPicPr>
          <p:cNvPr id="25" name="Рисунок 24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21427"/>
            <a:ext cx="4003589" cy="1684100"/>
          </a:xfrm>
          <a:prstGeom prst="rect">
            <a:avLst/>
          </a:prstGeom>
        </p:spPr>
      </p:pic>
      <p:pic>
        <p:nvPicPr>
          <p:cNvPr id="27" name="Рисунок 26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882" y="0"/>
            <a:ext cx="2275701" cy="1750947"/>
          </a:xfrm>
          <a:prstGeom prst="rect">
            <a:avLst/>
          </a:prstGeom>
        </p:spPr>
      </p:pic>
      <p:pic>
        <p:nvPicPr>
          <p:cNvPr id="28" name="Рисунок 2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095368" cy="1750946"/>
          </a:xfrm>
          <a:prstGeom prst="rect">
            <a:avLst/>
          </a:prstGeom>
        </p:spPr>
      </p:pic>
      <p:pic>
        <p:nvPicPr>
          <p:cNvPr id="29" name="Рисунок 2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70" y="-1"/>
            <a:ext cx="2275701" cy="1750947"/>
          </a:xfrm>
          <a:prstGeom prst="rect">
            <a:avLst/>
          </a:prstGeom>
        </p:spPr>
      </p:pic>
      <p:pic>
        <p:nvPicPr>
          <p:cNvPr id="30" name="Рисунок 2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672" y="702276"/>
            <a:ext cx="2178866" cy="1750947"/>
          </a:xfrm>
          <a:prstGeom prst="rect">
            <a:avLst/>
          </a:prstGeom>
        </p:spPr>
      </p:pic>
      <p:pic>
        <p:nvPicPr>
          <p:cNvPr id="31" name="Рисунок 3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537" y="1073829"/>
            <a:ext cx="2127459" cy="677117"/>
          </a:xfrm>
          <a:prstGeom prst="rect">
            <a:avLst/>
          </a:prstGeom>
        </p:spPr>
      </p:pic>
      <p:pic>
        <p:nvPicPr>
          <p:cNvPr id="32" name="Рисунок 3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786" y="0"/>
            <a:ext cx="2329200" cy="413173"/>
          </a:xfrm>
          <a:prstGeom prst="rect">
            <a:avLst/>
          </a:prstGeom>
        </p:spPr>
      </p:pic>
      <p:pic>
        <p:nvPicPr>
          <p:cNvPr id="33" name="Рисунок 32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985" y="-2331"/>
            <a:ext cx="2321015" cy="412211"/>
          </a:xfrm>
          <a:prstGeom prst="rect">
            <a:avLst/>
          </a:prstGeom>
        </p:spPr>
      </p:pic>
      <p:pic>
        <p:nvPicPr>
          <p:cNvPr id="34" name="Рисунок 3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538" y="702276"/>
            <a:ext cx="1232670" cy="627944"/>
          </a:xfrm>
          <a:prstGeom prst="rect">
            <a:avLst/>
          </a:prstGeom>
        </p:spPr>
      </p:pic>
      <p:sp>
        <p:nvSpPr>
          <p:cNvPr id="35" name="Прямоугольник 34">
            <a:hlinkHover r:id="" action="ppaction://hlinkshowjump?jump=nextslide"/>
          </p:cNvPr>
          <p:cNvSpPr/>
          <p:nvPr/>
        </p:nvSpPr>
        <p:spPr>
          <a:xfrm>
            <a:off x="11297209" y="409880"/>
            <a:ext cx="894791" cy="670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Прямоугольник 35">
            <a:hlinkHover r:id="rId3" action="ppaction://hlinksldjump"/>
          </p:cNvPr>
          <p:cNvSpPr/>
          <p:nvPr/>
        </p:nvSpPr>
        <p:spPr>
          <a:xfrm>
            <a:off x="8706386" y="409881"/>
            <a:ext cx="191387" cy="7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 completed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0548" y="5124893"/>
            <a:ext cx="6306879" cy="4197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-Следующий уровень.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127760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6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9307" y="5743296"/>
            <a:ext cx="466060" cy="457311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29DFCE"/>
                </a:solidFill>
              </a:rPr>
              <a:t>е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90553" y="5787655"/>
            <a:ext cx="1281223" cy="3685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-Рестарт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1271654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5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2209862"/>
            <a:ext cx="1614009" cy="5919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Level.</a:t>
            </a:r>
            <a:r>
              <a:rPr lang="ru-RU" dirty="0" smtClean="0"/>
              <a:t>3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01852"/>
            <a:ext cx="2603218" cy="1780186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2038"/>
            <a:ext cx="2603218" cy="2275962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5077814"/>
            <a:ext cx="8750582" cy="1780186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33" y="3309817"/>
            <a:ext cx="8076307" cy="1780186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93" y="834081"/>
            <a:ext cx="1932590" cy="1967771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957675" cy="2209862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56" y="-4605"/>
            <a:ext cx="8694782" cy="888281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782" y="1176075"/>
            <a:ext cx="2603218" cy="1625777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70" y="1173861"/>
            <a:ext cx="3375411" cy="721804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060" y="2266329"/>
            <a:ext cx="3146372" cy="535523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639" y="0"/>
            <a:ext cx="2486362" cy="475515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566" y="425302"/>
            <a:ext cx="1385764" cy="470563"/>
          </a:xfrm>
          <a:prstGeom prst="rect">
            <a:avLst/>
          </a:prstGeom>
        </p:spPr>
      </p:pic>
      <p:sp>
        <p:nvSpPr>
          <p:cNvPr id="17" name="Прямоугольник 16">
            <a:hlinkHover r:id="rId3" action="ppaction://hlinksldjump"/>
          </p:cNvPr>
          <p:cNvSpPr/>
          <p:nvPr/>
        </p:nvSpPr>
        <p:spPr>
          <a:xfrm>
            <a:off x="9087759" y="1310309"/>
            <a:ext cx="275060" cy="820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2801852"/>
            <a:ext cx="6810140" cy="511870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682" y="834081"/>
            <a:ext cx="2388784" cy="1266791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682" y="2084777"/>
            <a:ext cx="2579688" cy="717075"/>
          </a:xfrm>
          <a:prstGeom prst="rect">
            <a:avLst/>
          </a:prstGeom>
        </p:spPr>
      </p:pic>
      <p:sp>
        <p:nvSpPr>
          <p:cNvPr id="21" name="Прямоугольник 20">
            <a:hlinkHover r:id="rId4" action="ppaction://hlinksldjump"/>
          </p:cNvPr>
          <p:cNvSpPr/>
          <p:nvPr/>
        </p:nvSpPr>
        <p:spPr>
          <a:xfrm>
            <a:off x="8896372" y="889683"/>
            <a:ext cx="191387" cy="95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 22">
            <a:hlinkHover r:id="" action="ppaction://hlinkshowjump?jump=nextslide"/>
          </p:cNvPr>
          <p:cNvSpPr/>
          <p:nvPr/>
        </p:nvSpPr>
        <p:spPr>
          <a:xfrm>
            <a:off x="11015330" y="470455"/>
            <a:ext cx="1196279" cy="70340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0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 completed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8037" y="5489390"/>
            <a:ext cx="3600893" cy="460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29DFCE"/>
                </a:solidFill>
              </a:rPr>
              <a:t>в</a:t>
            </a:r>
            <a:r>
              <a:rPr lang="ru-RU" dirty="0" smtClean="0">
                <a:solidFill>
                  <a:srgbClr val="29DFCE"/>
                </a:solidFill>
              </a:rPr>
              <a:t> 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0" y="595013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11257279" y="5943600"/>
            <a:ext cx="934721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3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1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5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9535" y="192130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783" y="6400800"/>
            <a:ext cx="275968" cy="3306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ц</a:t>
            </a:r>
            <a:endParaRPr lang="en-US" dirty="0"/>
          </a:p>
        </p:txBody>
      </p:sp>
      <p:sp>
        <p:nvSpPr>
          <p:cNvPr id="5" name="Овал 4">
            <a:hlinkClick r:id="rId2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7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1967771"/>
            <a:ext cx="1644693" cy="57762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</a:t>
            </a:r>
            <a:r>
              <a:rPr lang="ru-RU" dirty="0" smtClean="0"/>
              <a:t>.4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1633" y="294537"/>
            <a:ext cx="395176" cy="4639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в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03218" cy="1967771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548" y="1967771"/>
            <a:ext cx="1005670" cy="845864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224"/>
            <a:ext cx="1597548" cy="328411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68054"/>
            <a:ext cx="586946" cy="1689946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9870"/>
            <a:ext cx="2603218" cy="1825597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620" y="4106026"/>
            <a:ext cx="1210962" cy="267729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89" y="2405984"/>
            <a:ext cx="2603218" cy="1967771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0"/>
            <a:ext cx="2603218" cy="2156254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693" y="3156163"/>
            <a:ext cx="788742" cy="1834267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267" y="3022659"/>
            <a:ext cx="3115733" cy="1967771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436" y="1"/>
            <a:ext cx="906071" cy="2156254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716" y="332297"/>
            <a:ext cx="2603218" cy="2519097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07" y="2405984"/>
            <a:ext cx="716111" cy="750179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933" y="216747"/>
            <a:ext cx="2777493" cy="2596888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853" y="5493173"/>
            <a:ext cx="1592436" cy="240481"/>
          </a:xfrm>
          <a:prstGeom prst="rect">
            <a:avLst/>
          </a:prstGeom>
        </p:spPr>
      </p:pic>
      <p:pic>
        <p:nvPicPr>
          <p:cNvPr id="2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618" y="4373754"/>
            <a:ext cx="2533075" cy="576236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89" y="5493173"/>
            <a:ext cx="2603218" cy="240481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07" y="5332959"/>
            <a:ext cx="6079493" cy="400695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346" y="6075680"/>
            <a:ext cx="3018725" cy="782320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70" y="6075680"/>
            <a:ext cx="7671929" cy="782320"/>
          </a:xfrm>
          <a:prstGeom prst="rect">
            <a:avLst/>
          </a:prstGeom>
        </p:spPr>
      </p:pic>
      <p:sp>
        <p:nvSpPr>
          <p:cNvPr id="27" name="Прямоугольник 26">
            <a:hlinkHover r:id="" action="ppaction://hlinkshowjump?jump=nextslide"/>
          </p:cNvPr>
          <p:cNvSpPr/>
          <p:nvPr/>
        </p:nvSpPr>
        <p:spPr>
          <a:xfrm>
            <a:off x="10995720" y="5733655"/>
            <a:ext cx="1196279" cy="34202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Прямоугольник 27">
            <a:hlinkHover r:id="rId3" action="ppaction://hlinksldjump"/>
          </p:cNvPr>
          <p:cNvSpPr/>
          <p:nvPr/>
        </p:nvSpPr>
        <p:spPr>
          <a:xfrm>
            <a:off x="9152253" y="5733653"/>
            <a:ext cx="191387" cy="125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 completed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41870" cy="4233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е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5257801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6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4909531" y="5943601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5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Прямоугольник 4">
            <a:hlinkClick r:id="rId2" action="ppaction://hlinksldjump"/>
          </p:cNvPr>
          <p:cNvSpPr/>
          <p:nvPr/>
        </p:nvSpPr>
        <p:spPr>
          <a:xfrm>
            <a:off x="5039833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9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766751"/>
            <a:ext cx="633284" cy="52104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29DFCE"/>
                </a:solidFill>
              </a:rPr>
              <a:t>а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913109"/>
            <a:ext cx="1098507" cy="514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Level</a:t>
            </a:r>
            <a:r>
              <a:rPr lang="ru-RU" sz="2400" dirty="0" smtClean="0"/>
              <a:t>.5</a:t>
            </a:r>
            <a:endParaRPr lang="en-US" sz="2400" dirty="0"/>
          </a:p>
        </p:txBody>
      </p:sp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76" y="1478562"/>
            <a:ext cx="2559112" cy="976784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400"/>
            <a:ext cx="2603218" cy="1318054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756453"/>
            <a:ext cx="2603218" cy="3101546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78564"/>
            <a:ext cx="1098508" cy="424248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5566718"/>
            <a:ext cx="2753438" cy="1291281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055" y="5622324"/>
            <a:ext cx="2840207" cy="1235676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85" y="4383559"/>
            <a:ext cx="1406550" cy="278027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206" y="3466070"/>
            <a:ext cx="1785903" cy="2156254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882" y="3188043"/>
            <a:ext cx="1406550" cy="278027"/>
          </a:xfrm>
          <a:prstGeom prst="rect">
            <a:avLst/>
          </a:prstGeom>
        </p:spPr>
      </p:pic>
      <p:pic>
        <p:nvPicPr>
          <p:cNvPr id="2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2438399"/>
            <a:ext cx="3885636" cy="972354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53" y="358986"/>
            <a:ext cx="3271520" cy="2729653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108" y="3466070"/>
            <a:ext cx="1785903" cy="2156254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3410753"/>
            <a:ext cx="2090704" cy="2460764"/>
          </a:xfrm>
          <a:prstGeom prst="rect">
            <a:avLst/>
          </a:prstGeom>
        </p:spPr>
      </p:pic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260" y="5622324"/>
            <a:ext cx="3080740" cy="1235675"/>
          </a:xfrm>
          <a:prstGeom prst="rect">
            <a:avLst/>
          </a:prstGeom>
        </p:spPr>
      </p:pic>
      <p:pic>
        <p:nvPicPr>
          <p:cNvPr id="2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78" y="358987"/>
            <a:ext cx="2128522" cy="2707873"/>
          </a:xfrm>
          <a:prstGeom prst="rect">
            <a:avLst/>
          </a:prstGeom>
        </p:spPr>
      </p:pic>
      <p:pic>
        <p:nvPicPr>
          <p:cNvPr id="3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777" y="3066860"/>
            <a:ext cx="1221423" cy="2156254"/>
          </a:xfrm>
          <a:prstGeom prst="rect">
            <a:avLst/>
          </a:prstGeom>
        </p:spPr>
      </p:pic>
      <p:pic>
        <p:nvPicPr>
          <p:cNvPr id="3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388" y="0"/>
            <a:ext cx="2361636" cy="2156254"/>
          </a:xfrm>
          <a:prstGeom prst="rect">
            <a:avLst/>
          </a:prstGeom>
        </p:spPr>
      </p:pic>
      <p:pic>
        <p:nvPicPr>
          <p:cNvPr id="3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79" y="-1"/>
            <a:ext cx="2617110" cy="1076961"/>
          </a:xfrm>
          <a:prstGeom prst="rect">
            <a:avLst/>
          </a:prstGeom>
        </p:spPr>
      </p:pic>
      <p:sp>
        <p:nvSpPr>
          <p:cNvPr id="34" name="Прямоугольник 33">
            <a:hlinkHover r:id="" action="ppaction://hlinkshowjump?jump=nextslide"/>
          </p:cNvPr>
          <p:cNvSpPr/>
          <p:nvPr/>
        </p:nvSpPr>
        <p:spPr>
          <a:xfrm>
            <a:off x="-1" y="6445"/>
            <a:ext cx="1196279" cy="14721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Прямоугольник 34">
            <a:hlinkHover r:id="rId3" action="ppaction://hlinksldjump"/>
          </p:cNvPr>
          <p:cNvSpPr/>
          <p:nvPr/>
        </p:nvSpPr>
        <p:spPr>
          <a:xfrm>
            <a:off x="2027485" y="1076960"/>
            <a:ext cx="191387" cy="169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3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6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 completed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9685638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2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0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113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9597136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2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68332" y="0"/>
            <a:ext cx="1695217" cy="67284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</a:t>
            </a:r>
            <a:r>
              <a:rPr lang="ru-RU" dirty="0" smtClean="0"/>
              <a:t>.6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782168" y="6385268"/>
            <a:ext cx="409832" cy="472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ц</a:t>
            </a:r>
            <a:endParaRPr lang="en-US" dirty="0"/>
          </a:p>
        </p:txBody>
      </p:sp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81" y="666901"/>
            <a:ext cx="2396302" cy="992566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105" y="-5943"/>
            <a:ext cx="325278" cy="672843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81" y="0"/>
            <a:ext cx="291252" cy="672843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81" y="2010399"/>
            <a:ext cx="4947919" cy="2156254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81" y="4701746"/>
            <a:ext cx="2408482" cy="2156254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964" y="4166653"/>
            <a:ext cx="1625035" cy="2691347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713" y="4293974"/>
            <a:ext cx="1202392" cy="320612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809" y="4842932"/>
            <a:ext cx="2426394" cy="2015067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569" y="2010397"/>
            <a:ext cx="2361636" cy="2283577"/>
          </a:xfrm>
          <a:prstGeom prst="rect">
            <a:avLst/>
          </a:prstGeom>
        </p:spPr>
      </p:pic>
      <p:pic>
        <p:nvPicPr>
          <p:cNvPr id="2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204" y="5323840"/>
            <a:ext cx="2296799" cy="1534160"/>
          </a:xfrm>
          <a:prstGeom prst="rect">
            <a:avLst/>
          </a:prstGeom>
        </p:spPr>
      </p:pic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368" y="2010397"/>
            <a:ext cx="2361636" cy="1452583"/>
          </a:xfrm>
          <a:prstGeom prst="rect">
            <a:avLst/>
          </a:prstGeom>
        </p:spPr>
      </p:pic>
      <p:pic>
        <p:nvPicPr>
          <p:cNvPr id="2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1636" cy="2456086"/>
          </a:xfrm>
          <a:prstGeom prst="rect">
            <a:avLst/>
          </a:prstGeom>
        </p:spPr>
      </p:pic>
      <p:pic>
        <p:nvPicPr>
          <p:cNvPr id="3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6086"/>
            <a:ext cx="2361636" cy="2158500"/>
          </a:xfrm>
          <a:prstGeom prst="rect">
            <a:avLst/>
          </a:prstGeom>
        </p:spPr>
      </p:pic>
      <p:pic>
        <p:nvPicPr>
          <p:cNvPr id="3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4586"/>
            <a:ext cx="2567808" cy="2244581"/>
          </a:xfrm>
          <a:prstGeom prst="rect">
            <a:avLst/>
          </a:prstGeom>
        </p:spPr>
      </p:pic>
      <p:pic>
        <p:nvPicPr>
          <p:cNvPr id="3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383" y="-5943"/>
            <a:ext cx="1613171" cy="1661713"/>
          </a:xfrm>
          <a:prstGeom prst="rect">
            <a:avLst/>
          </a:prstGeom>
        </p:spPr>
      </p:pic>
      <p:pic>
        <p:nvPicPr>
          <p:cNvPr id="3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850" y="-2247"/>
            <a:ext cx="2361636" cy="1661713"/>
          </a:xfrm>
          <a:prstGeom prst="rect">
            <a:avLst/>
          </a:prstGeom>
        </p:spPr>
      </p:pic>
      <p:sp>
        <p:nvSpPr>
          <p:cNvPr id="39" name="Прямоугольник 38">
            <a:hlinkHover r:id="rId3" action="ppaction://hlinksldjump"/>
          </p:cNvPr>
          <p:cNvSpPr/>
          <p:nvPr/>
        </p:nvSpPr>
        <p:spPr>
          <a:xfrm>
            <a:off x="5951216" y="1659467"/>
            <a:ext cx="191387" cy="108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500" y="0"/>
            <a:ext cx="3342668" cy="1661713"/>
          </a:xfrm>
          <a:prstGeom prst="rect">
            <a:avLst/>
          </a:prstGeom>
        </p:spPr>
      </p:pic>
      <p:sp>
        <p:nvSpPr>
          <p:cNvPr id="42" name="Прямоугольник 41">
            <a:hlinkHover r:id="rId4" action="ppaction://hlinksldjump"/>
          </p:cNvPr>
          <p:cNvSpPr/>
          <p:nvPr/>
        </p:nvSpPr>
        <p:spPr>
          <a:xfrm>
            <a:off x="11782168" y="3190"/>
            <a:ext cx="409833" cy="6696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 completed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6"/>
            <a:ext cx="1256271" cy="82489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ц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330152" y="5930604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7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1037138" y="5943601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603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330153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58032" y="6211458"/>
            <a:ext cx="1907363" cy="64654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Level</a:t>
            </a:r>
            <a:r>
              <a:rPr lang="ru-RU" dirty="0" smtClean="0"/>
              <a:t>.7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81647" y="6333603"/>
            <a:ext cx="317388" cy="36491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ц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8629"/>
            <a:ext cx="1330153" cy="3691642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54" y="5196287"/>
            <a:ext cx="2432245" cy="1661713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801" y="6011562"/>
            <a:ext cx="381231" cy="846438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032" y="6011562"/>
            <a:ext cx="1796899" cy="293067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931" y="6023833"/>
            <a:ext cx="5337069" cy="846438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790" y="3289218"/>
            <a:ext cx="2432245" cy="1735232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7505"/>
            <a:ext cx="2432245" cy="1661713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950" y="-22979"/>
            <a:ext cx="2997435" cy="968527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85" y="0"/>
            <a:ext cx="4842615" cy="1661713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85" y="1643086"/>
            <a:ext cx="4842615" cy="1754489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545" y="1289713"/>
            <a:ext cx="2432245" cy="1799609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99" y="3397575"/>
            <a:ext cx="7515201" cy="2662577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287"/>
            <a:ext cx="4676799" cy="1182711"/>
          </a:xfrm>
          <a:prstGeom prst="rect">
            <a:avLst/>
          </a:prstGeom>
        </p:spPr>
      </p:pic>
      <p:pic>
        <p:nvPicPr>
          <p:cNvPr id="2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54" y="4223657"/>
            <a:ext cx="2432245" cy="972630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961" y="-22978"/>
            <a:ext cx="1920989" cy="1672688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979"/>
            <a:ext cx="2430961" cy="1666063"/>
          </a:xfrm>
          <a:prstGeom prst="rect">
            <a:avLst/>
          </a:prstGeom>
        </p:spPr>
      </p:pic>
      <p:sp>
        <p:nvSpPr>
          <p:cNvPr id="26" name="Прямоугольник 25">
            <a:hlinkHover r:id="" action="ppaction://hlinkshowjump?jump=nextslide"/>
          </p:cNvPr>
          <p:cNvSpPr/>
          <p:nvPr/>
        </p:nvSpPr>
        <p:spPr>
          <a:xfrm>
            <a:off x="2430961" y="1643083"/>
            <a:ext cx="2203584" cy="299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468" y="3600607"/>
            <a:ext cx="728570" cy="230165"/>
          </a:xfrm>
          <a:prstGeom prst="rect">
            <a:avLst/>
          </a:prstGeom>
        </p:spPr>
      </p:pic>
      <p:sp>
        <p:nvSpPr>
          <p:cNvPr id="29" name="Прямоугольник 28">
            <a:hlinkHover r:id="rId3" action="ppaction://hlinksldjump"/>
          </p:cNvPr>
          <p:cNvSpPr/>
          <p:nvPr/>
        </p:nvSpPr>
        <p:spPr>
          <a:xfrm>
            <a:off x="5523426" y="947052"/>
            <a:ext cx="191387" cy="108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2757873" y="5926137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7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2577503" y="5943601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5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Овал 9"/>
          <p:cNvSpPr/>
          <p:nvPr/>
        </p:nvSpPr>
        <p:spPr>
          <a:xfrm>
            <a:off x="2757873" y="5926137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3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4468783"/>
            <a:ext cx="1320800" cy="739775"/>
          </a:xfrm>
        </p:spPr>
        <p:txBody>
          <a:bodyPr/>
          <a:lstStyle/>
          <a:p>
            <a:r>
              <a:rPr lang="ru-RU" dirty="0" smtClean="0"/>
              <a:t>Ур.8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6850" y="5426075"/>
            <a:ext cx="2159000" cy="1000125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о</a:t>
            </a:r>
            <a:endParaRPr lang="en-US" dirty="0"/>
          </a:p>
        </p:txBody>
      </p:sp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28" y="3546845"/>
            <a:ext cx="1618148" cy="1661713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54" y="3305545"/>
            <a:ext cx="3009065" cy="1890742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74" y="5196287"/>
            <a:ext cx="2432245" cy="1661713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208558"/>
            <a:ext cx="2757874" cy="1661713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6845"/>
            <a:ext cx="1139728" cy="830856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097" y="2152650"/>
            <a:ext cx="5749903" cy="1661713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431" y="222250"/>
            <a:ext cx="1967720" cy="1661713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185" y="222251"/>
            <a:ext cx="2432245" cy="1661712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940" y="222251"/>
            <a:ext cx="2432245" cy="1661712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695" y="222250"/>
            <a:ext cx="2432245" cy="1269182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222250"/>
            <a:ext cx="2432245" cy="1269182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491432"/>
            <a:ext cx="5806069" cy="1831994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19" y="4083050"/>
            <a:ext cx="4347581" cy="2292350"/>
          </a:xfrm>
          <a:prstGeom prst="rect">
            <a:avLst/>
          </a:prstGeom>
        </p:spPr>
      </p:pic>
      <p:sp>
        <p:nvSpPr>
          <p:cNvPr id="18" name="Прямоугольник 17">
            <a:hlinkHover r:id="rId3" action="ppaction://hlinksldjump"/>
          </p:cNvPr>
          <p:cNvSpPr/>
          <p:nvPr/>
        </p:nvSpPr>
        <p:spPr>
          <a:xfrm>
            <a:off x="8715613" y="6372013"/>
            <a:ext cx="191387" cy="218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>
            <a:hlinkHover r:id="" action="ppaction://hlinkshowjump?jump=nextslide"/>
          </p:cNvPr>
          <p:cNvSpPr/>
          <p:nvPr/>
        </p:nvSpPr>
        <p:spPr>
          <a:xfrm>
            <a:off x="6118723" y="6384284"/>
            <a:ext cx="728081" cy="48598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868" y="5114142"/>
            <a:ext cx="728570" cy="23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9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 completed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750" y="2587625"/>
            <a:ext cx="10515600" cy="923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Овал 5">
            <a:hlinkClick r:id="rId2" action="ppaction://hlinksldjump"/>
          </p:cNvPr>
          <p:cNvSpPr/>
          <p:nvPr/>
        </p:nvSpPr>
        <p:spPr>
          <a:xfrm>
            <a:off x="6936259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6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7063587" y="5943601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8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6943486" y="5955872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9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40698" y="3064475"/>
            <a:ext cx="1803933" cy="46108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</a:t>
            </a:r>
            <a:r>
              <a:rPr lang="ru-RU" dirty="0" smtClean="0"/>
              <a:t>.9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19371" y="3249034"/>
            <a:ext cx="378941" cy="55305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у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385" y="5196288"/>
            <a:ext cx="2757874" cy="1673984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658" y="4127159"/>
            <a:ext cx="4341341" cy="2730842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126" y="0"/>
            <a:ext cx="2757874" cy="3064474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125" y="3064475"/>
            <a:ext cx="791735" cy="461083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126" y="3525560"/>
            <a:ext cx="2757874" cy="601598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314" y="4127157"/>
            <a:ext cx="1583468" cy="797011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83" y="4127158"/>
            <a:ext cx="2757874" cy="797010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793" y="5800750"/>
            <a:ext cx="1474191" cy="304424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81" y="4127156"/>
            <a:ext cx="3132433" cy="797013"/>
          </a:xfrm>
          <a:prstGeom prst="rect">
            <a:avLst/>
          </a:prstGeom>
        </p:spPr>
      </p:pic>
      <p:pic>
        <p:nvPicPr>
          <p:cNvPr id="2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06" y="2985350"/>
            <a:ext cx="1474191" cy="304424"/>
          </a:xfrm>
          <a:prstGeom prst="rect">
            <a:avLst/>
          </a:prstGeom>
        </p:spPr>
      </p:pic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048" y="2040238"/>
            <a:ext cx="1583468" cy="1712189"/>
          </a:xfrm>
          <a:prstGeom prst="rect">
            <a:avLst/>
          </a:prstGeom>
        </p:spPr>
      </p:pic>
      <p:pic>
        <p:nvPicPr>
          <p:cNvPr id="2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95903"/>
            <a:ext cx="5886027" cy="644335"/>
          </a:xfrm>
          <a:prstGeom prst="rect">
            <a:avLst/>
          </a:prstGeom>
        </p:spPr>
      </p:pic>
      <p:pic>
        <p:nvPicPr>
          <p:cNvPr id="3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969" y="2955416"/>
            <a:ext cx="3278540" cy="797011"/>
          </a:xfrm>
          <a:prstGeom prst="rect">
            <a:avLst/>
          </a:prstGeom>
        </p:spPr>
      </p:pic>
      <p:pic>
        <p:nvPicPr>
          <p:cNvPr id="3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013" y="1365746"/>
            <a:ext cx="3189112" cy="1291047"/>
          </a:xfrm>
          <a:prstGeom prst="rect">
            <a:avLst/>
          </a:prstGeom>
        </p:spPr>
      </p:pic>
      <p:pic>
        <p:nvPicPr>
          <p:cNvPr id="3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0"/>
            <a:ext cx="8984063" cy="991015"/>
          </a:xfrm>
          <a:prstGeom prst="rect">
            <a:avLst/>
          </a:prstGeom>
        </p:spPr>
      </p:pic>
      <p:pic>
        <p:nvPicPr>
          <p:cNvPr id="3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012" y="991015"/>
            <a:ext cx="3233504" cy="374730"/>
          </a:xfrm>
          <a:prstGeom prst="rect">
            <a:avLst/>
          </a:prstGeom>
        </p:spPr>
      </p:pic>
      <p:sp>
        <p:nvSpPr>
          <p:cNvPr id="34" name="Прямоугольник 33">
            <a:hlinkHover r:id="" action="ppaction://hlinkshowjump?jump=nextslide"/>
          </p:cNvPr>
          <p:cNvSpPr/>
          <p:nvPr/>
        </p:nvSpPr>
        <p:spPr>
          <a:xfrm>
            <a:off x="0" y="9520"/>
            <a:ext cx="508000" cy="13863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Прямоугольник 34">
            <a:hlinkHover r:id="rId3" action="ppaction://hlinksldjump"/>
          </p:cNvPr>
          <p:cNvSpPr/>
          <p:nvPr/>
        </p:nvSpPr>
        <p:spPr>
          <a:xfrm>
            <a:off x="3210697" y="991015"/>
            <a:ext cx="191387" cy="160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 completed</a:t>
            </a:r>
            <a:r>
              <a:rPr lang="ru-RU" dirty="0"/>
              <a:t>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12832" y="1825625"/>
            <a:ext cx="3540967" cy="62521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Овал 4">
            <a:hlinkClick r:id="rId2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2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1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06350" y="1825625"/>
            <a:ext cx="8747449" cy="278369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4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37449" y="6283843"/>
            <a:ext cx="1935893" cy="57415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</a:t>
            </a:r>
            <a:r>
              <a:rPr lang="ru-RU" dirty="0" smtClean="0"/>
              <a:t>.10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32223"/>
            <a:ext cx="3712052" cy="1625777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52" y="6176963"/>
            <a:ext cx="310997" cy="681037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52" y="5847184"/>
            <a:ext cx="2602452" cy="329779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088" y="6176963"/>
            <a:ext cx="314895" cy="681037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03218" cy="4935035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35" y="4373474"/>
            <a:ext cx="960265" cy="355423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1"/>
            <a:ext cx="2603218" cy="3768707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86" y="4114005"/>
            <a:ext cx="2603218" cy="1775431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05" y="2775822"/>
            <a:ext cx="4963095" cy="4082179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436" y="1"/>
            <a:ext cx="6985563" cy="2049728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335" y="2953835"/>
            <a:ext cx="960265" cy="355423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669" y="2049729"/>
            <a:ext cx="5558475" cy="380795"/>
          </a:xfrm>
          <a:prstGeom prst="rect">
            <a:avLst/>
          </a:prstGeom>
        </p:spPr>
      </p:pic>
      <p:sp>
        <p:nvSpPr>
          <p:cNvPr id="17" name="Прямоугольник 16">
            <a:hlinkHover r:id="" action="ppaction://hlinkshowjump?jump=nextslide"/>
          </p:cNvPr>
          <p:cNvSpPr/>
          <p:nvPr/>
        </p:nvSpPr>
        <p:spPr>
          <a:xfrm>
            <a:off x="11683999" y="2049730"/>
            <a:ext cx="508000" cy="72609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9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6106207"/>
            <a:ext cx="2884349" cy="75179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Level</a:t>
            </a:r>
            <a:r>
              <a:rPr lang="ru-RU" dirty="0" smtClean="0"/>
              <a:t>.10(2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4169" y="3663537"/>
            <a:ext cx="368726" cy="4450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к</a:t>
            </a:r>
            <a:endParaRPr lang="en-US" dirty="0"/>
          </a:p>
        </p:txBody>
      </p:sp>
      <p:pic>
        <p:nvPicPr>
          <p:cNvPr id="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781" y="1"/>
            <a:ext cx="2603218" cy="2049730"/>
          </a:xfrm>
          <a:prstGeom prst="rect">
            <a:avLst/>
          </a:prstGeom>
        </p:spPr>
      </p:pic>
      <p:pic>
        <p:nvPicPr>
          <p:cNvPr id="6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781" y="2775822"/>
            <a:ext cx="2603218" cy="1528018"/>
          </a:xfrm>
          <a:prstGeom prst="rect">
            <a:avLst/>
          </a:prstGeom>
        </p:spPr>
      </p:pic>
      <p:pic>
        <p:nvPicPr>
          <p:cNvPr id="7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64" y="0"/>
            <a:ext cx="603520" cy="4303839"/>
          </a:xfrm>
          <a:prstGeom prst="rect">
            <a:avLst/>
          </a:prstGeom>
        </p:spPr>
      </p:pic>
      <p:pic>
        <p:nvPicPr>
          <p:cNvPr id="8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345" y="529214"/>
            <a:ext cx="4447073" cy="1775431"/>
          </a:xfrm>
          <a:prstGeom prst="rect">
            <a:avLst/>
          </a:prstGeom>
        </p:spPr>
      </p:pic>
      <p:pic>
        <p:nvPicPr>
          <p:cNvPr id="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563" y="2304645"/>
            <a:ext cx="2603218" cy="1999194"/>
          </a:xfrm>
          <a:prstGeom prst="rect">
            <a:avLst/>
          </a:prstGeom>
        </p:spPr>
      </p:pic>
      <p:pic>
        <p:nvPicPr>
          <p:cNvPr id="1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64" y="2528408"/>
            <a:ext cx="3355854" cy="2460902"/>
          </a:xfrm>
          <a:prstGeom prst="rect">
            <a:avLst/>
          </a:prstGeom>
        </p:spPr>
      </p:pic>
      <p:pic>
        <p:nvPicPr>
          <p:cNvPr id="11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18" y="4558753"/>
            <a:ext cx="5283882" cy="2026154"/>
          </a:xfrm>
          <a:prstGeom prst="rect">
            <a:avLst/>
          </a:prstGeom>
        </p:spPr>
      </p:pic>
      <p:pic>
        <p:nvPicPr>
          <p:cNvPr id="1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834" y="5835256"/>
            <a:ext cx="1521574" cy="374352"/>
          </a:xfrm>
          <a:prstGeom prst="rect">
            <a:avLst/>
          </a:prstGeom>
        </p:spPr>
      </p:pic>
      <p:pic>
        <p:nvPicPr>
          <p:cNvPr id="13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36" y="5990664"/>
            <a:ext cx="3259300" cy="218943"/>
          </a:xfrm>
          <a:prstGeom prst="rect">
            <a:avLst/>
          </a:prstGeom>
        </p:spPr>
      </p:pic>
      <p:pic>
        <p:nvPicPr>
          <p:cNvPr id="1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581" y="6209607"/>
            <a:ext cx="307883" cy="648393"/>
          </a:xfrm>
          <a:prstGeom prst="rect">
            <a:avLst/>
          </a:prstGeom>
        </p:spPr>
      </p:pic>
      <p:pic>
        <p:nvPicPr>
          <p:cNvPr id="1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5" y="4558752"/>
            <a:ext cx="2937919" cy="1149523"/>
          </a:xfrm>
          <a:prstGeom prst="rect">
            <a:avLst/>
          </a:prstGeom>
        </p:spPr>
      </p:pic>
      <p:pic>
        <p:nvPicPr>
          <p:cNvPr id="16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984" y="2528408"/>
            <a:ext cx="2752334" cy="2460902"/>
          </a:xfrm>
          <a:prstGeom prst="rect">
            <a:avLst/>
          </a:prstGeom>
        </p:spPr>
      </p:pic>
      <p:pic>
        <p:nvPicPr>
          <p:cNvPr id="17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511984"/>
            <a:ext cx="2985247" cy="748192"/>
          </a:xfrm>
          <a:prstGeom prst="rect">
            <a:avLst/>
          </a:prstGeom>
        </p:spPr>
      </p:pic>
      <p:pic>
        <p:nvPicPr>
          <p:cNvPr id="18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18" y="1143965"/>
            <a:ext cx="2985246" cy="355142"/>
          </a:xfrm>
          <a:prstGeom prst="rect">
            <a:avLst/>
          </a:prstGeom>
        </p:spPr>
      </p:pic>
      <p:pic>
        <p:nvPicPr>
          <p:cNvPr id="1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496"/>
            <a:ext cx="2752334" cy="631478"/>
          </a:xfrm>
          <a:prstGeom prst="rect">
            <a:avLst/>
          </a:prstGeom>
        </p:spPr>
      </p:pic>
      <p:pic>
        <p:nvPicPr>
          <p:cNvPr id="2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5" y="2775822"/>
            <a:ext cx="2937919" cy="437586"/>
          </a:xfrm>
          <a:prstGeom prst="rect">
            <a:avLst/>
          </a:prstGeom>
        </p:spPr>
      </p:pic>
      <p:pic>
        <p:nvPicPr>
          <p:cNvPr id="2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752334" cy="879964"/>
          </a:xfrm>
          <a:prstGeom prst="rect">
            <a:avLst/>
          </a:prstGeom>
        </p:spPr>
      </p:pic>
      <p:sp>
        <p:nvSpPr>
          <p:cNvPr id="23" name="Прямоугольник 22">
            <a:hlinkHover r:id="" action="ppaction://hlinkshowjump?jump=nextslide"/>
          </p:cNvPr>
          <p:cNvSpPr/>
          <p:nvPr/>
        </p:nvSpPr>
        <p:spPr>
          <a:xfrm>
            <a:off x="2752334" y="-1"/>
            <a:ext cx="495130" cy="8799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5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79323" y="6120466"/>
            <a:ext cx="2752165" cy="73753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Level</a:t>
            </a:r>
            <a:r>
              <a:rPr lang="ru-RU" dirty="0" smtClean="0"/>
              <a:t>.10.(3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07388" y="5590052"/>
            <a:ext cx="385482" cy="49399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р</a:t>
            </a:r>
            <a:endParaRPr lang="en-US" dirty="0"/>
          </a:p>
        </p:txBody>
      </p:sp>
      <p:pic>
        <p:nvPicPr>
          <p:cNvPr id="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229" y="5553634"/>
            <a:ext cx="3122771" cy="566831"/>
          </a:xfrm>
          <a:prstGeom prst="rect">
            <a:avLst/>
          </a:prstGeom>
        </p:spPr>
      </p:pic>
      <p:pic>
        <p:nvPicPr>
          <p:cNvPr id="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131" y="4397099"/>
            <a:ext cx="317096" cy="2460902"/>
          </a:xfrm>
          <a:prstGeom prst="rect">
            <a:avLst/>
          </a:prstGeom>
        </p:spPr>
      </p:pic>
      <p:sp>
        <p:nvSpPr>
          <p:cNvPr id="6" name="Прямоугольник 5">
            <a:hlinkHover r:id="" action="ppaction://hlinkshowjump?jump=nextslide"/>
          </p:cNvPr>
          <p:cNvSpPr/>
          <p:nvPr/>
        </p:nvSpPr>
        <p:spPr>
          <a:xfrm>
            <a:off x="1472453" y="-1"/>
            <a:ext cx="1775011" cy="8799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72453" cy="3129150"/>
          </a:xfrm>
          <a:prstGeom prst="rect">
            <a:avLst/>
          </a:prstGeom>
        </p:spPr>
      </p:pic>
      <p:pic>
        <p:nvPicPr>
          <p:cNvPr id="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64" y="-2"/>
            <a:ext cx="2752334" cy="3129152"/>
          </a:xfrm>
          <a:prstGeom prst="rect">
            <a:avLst/>
          </a:prstGeom>
        </p:spPr>
      </p:pic>
      <p:pic>
        <p:nvPicPr>
          <p:cNvPr id="1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53" y="1956183"/>
            <a:ext cx="938411" cy="275666"/>
          </a:xfrm>
          <a:prstGeom prst="rect">
            <a:avLst/>
          </a:prstGeom>
        </p:spPr>
      </p:pic>
      <p:pic>
        <p:nvPicPr>
          <p:cNvPr id="11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11" y="5188932"/>
            <a:ext cx="1532965" cy="407356"/>
          </a:xfrm>
          <a:prstGeom prst="rect">
            <a:avLst/>
          </a:prstGeom>
        </p:spPr>
      </p:pic>
      <p:pic>
        <p:nvPicPr>
          <p:cNvPr id="1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11" y="3429000"/>
            <a:ext cx="1532965" cy="580116"/>
          </a:xfrm>
          <a:prstGeom prst="rect">
            <a:avLst/>
          </a:prstGeom>
        </p:spPr>
      </p:pic>
      <p:pic>
        <p:nvPicPr>
          <p:cNvPr id="13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76" y="3129150"/>
            <a:ext cx="4177722" cy="2585850"/>
          </a:xfrm>
          <a:prstGeom prst="rect">
            <a:avLst/>
          </a:prstGeom>
        </p:spPr>
      </p:pic>
      <p:pic>
        <p:nvPicPr>
          <p:cNvPr id="1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8966"/>
            <a:ext cx="1532965" cy="540125"/>
          </a:xfrm>
          <a:prstGeom prst="rect">
            <a:avLst/>
          </a:prstGeom>
        </p:spPr>
      </p:pic>
      <p:pic>
        <p:nvPicPr>
          <p:cNvPr id="1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163" y="6233091"/>
            <a:ext cx="813548" cy="328705"/>
          </a:xfrm>
          <a:prstGeom prst="rect">
            <a:avLst/>
          </a:prstGeom>
        </p:spPr>
      </p:pic>
      <p:pic>
        <p:nvPicPr>
          <p:cNvPr id="16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577" y="3700557"/>
            <a:ext cx="2849029" cy="447995"/>
          </a:xfrm>
          <a:prstGeom prst="rect">
            <a:avLst/>
          </a:prstGeom>
        </p:spPr>
      </p:pic>
      <p:pic>
        <p:nvPicPr>
          <p:cNvPr id="1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86" y="4397098"/>
            <a:ext cx="2501745" cy="2460902"/>
          </a:xfrm>
          <a:prstGeom prst="rect">
            <a:avLst/>
          </a:prstGeom>
        </p:spPr>
      </p:pic>
      <p:pic>
        <p:nvPicPr>
          <p:cNvPr id="2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909" y="3004016"/>
            <a:ext cx="2780318" cy="447995"/>
          </a:xfrm>
          <a:prstGeom prst="rect">
            <a:avLst/>
          </a:prstGeom>
        </p:spPr>
      </p:pic>
      <p:pic>
        <p:nvPicPr>
          <p:cNvPr id="21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228" y="392762"/>
            <a:ext cx="3122771" cy="5179082"/>
          </a:xfrm>
          <a:prstGeom prst="rect">
            <a:avLst/>
          </a:prstGeom>
        </p:spPr>
      </p:pic>
      <p:pic>
        <p:nvPicPr>
          <p:cNvPr id="2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576" y="2331368"/>
            <a:ext cx="2910399" cy="447995"/>
          </a:xfrm>
          <a:prstGeom prst="rect">
            <a:avLst/>
          </a:prstGeom>
        </p:spPr>
      </p:pic>
      <p:pic>
        <p:nvPicPr>
          <p:cNvPr id="23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93" y="1671963"/>
            <a:ext cx="2752334" cy="447995"/>
          </a:xfrm>
          <a:prstGeom prst="rect">
            <a:avLst/>
          </a:prstGeom>
        </p:spPr>
      </p:pic>
      <p:pic>
        <p:nvPicPr>
          <p:cNvPr id="2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798" y="894266"/>
            <a:ext cx="2752334" cy="447995"/>
          </a:xfrm>
          <a:prstGeom prst="rect">
            <a:avLst/>
          </a:prstGeom>
        </p:spPr>
      </p:pic>
      <p:sp>
        <p:nvSpPr>
          <p:cNvPr id="25" name="Прямоугольник 24">
            <a:hlinkHover r:id="rId4" action="ppaction://hlinksldjump"/>
          </p:cNvPr>
          <p:cNvSpPr/>
          <p:nvPr/>
        </p:nvSpPr>
        <p:spPr>
          <a:xfrm>
            <a:off x="7597366" y="0"/>
            <a:ext cx="785657" cy="160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93" y="392761"/>
            <a:ext cx="2752334" cy="291511"/>
          </a:xfrm>
          <a:prstGeom prst="rect">
            <a:avLst/>
          </a:prstGeom>
        </p:spPr>
      </p:pic>
      <p:sp>
        <p:nvSpPr>
          <p:cNvPr id="28" name="Прямоугольник 27">
            <a:hlinkHover r:id="" action="ppaction://hlinkshowjump?jump=nextslide"/>
          </p:cNvPr>
          <p:cNvSpPr/>
          <p:nvPr/>
        </p:nvSpPr>
        <p:spPr>
          <a:xfrm>
            <a:off x="10416989" y="0"/>
            <a:ext cx="1775011" cy="3927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Конец игры!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8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have completed the game!</a:t>
            </a:r>
            <a:endParaRPr lang="en-US" dirty="0"/>
          </a:p>
        </p:txBody>
      </p:sp>
      <p:pic>
        <p:nvPicPr>
          <p:cNvPr id="1026" name="Picture 2" descr="Смайлики хорошо: смотрите и скачивайте изображения — Яндекс Картинки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587" y="2791397"/>
            <a:ext cx="45720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27774" y="1263020"/>
            <a:ext cx="113716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Thank you for downloading and completing the game! New levels will appear in the next version!</a:t>
            </a:r>
          </a:p>
          <a:p>
            <a:pPr algn="ctr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74902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199</Words>
  <Application>Microsoft Office PowerPoint</Application>
  <PresentationFormat>Широкоэкранный</PresentationFormat>
  <Paragraphs>69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Тема Office</vt:lpstr>
      <vt:lpstr>To start the game, click on the button.</vt:lpstr>
      <vt:lpstr>TRY NOT TOUTH TO IT!</vt:lpstr>
      <vt:lpstr>Rules of the game.</vt:lpstr>
      <vt:lpstr>Select level.</vt:lpstr>
      <vt:lpstr>Level.1</vt:lpstr>
      <vt:lpstr>Level completed!</vt:lpstr>
      <vt:lpstr>Презентация PowerPoint</vt:lpstr>
      <vt:lpstr>Презентация PowerPoint</vt:lpstr>
      <vt:lpstr>п</vt:lpstr>
      <vt:lpstr>Level.2</vt:lpstr>
      <vt:lpstr>Level completed!</vt:lpstr>
      <vt:lpstr>е</vt:lpstr>
      <vt:lpstr>Level.3</vt:lpstr>
      <vt:lpstr>Level completed!</vt:lpstr>
      <vt:lpstr>Презентация PowerPoint</vt:lpstr>
      <vt:lpstr>Презентация PowerPoint</vt:lpstr>
      <vt:lpstr> </vt:lpstr>
      <vt:lpstr>Level.4</vt:lpstr>
      <vt:lpstr>Level completed!</vt:lpstr>
      <vt:lpstr>Презентация PowerPoint</vt:lpstr>
      <vt:lpstr>Презентация PowerPoint</vt:lpstr>
      <vt:lpstr>а</vt:lpstr>
      <vt:lpstr>Level completed!</vt:lpstr>
      <vt:lpstr>Презентация PowerPoint</vt:lpstr>
      <vt:lpstr>Презентация PowerPoint</vt:lpstr>
      <vt:lpstr>Level.6</vt:lpstr>
      <vt:lpstr>Level completed!</vt:lpstr>
      <vt:lpstr>Презентация PowerPoint</vt:lpstr>
      <vt:lpstr>Презентация PowerPoint</vt:lpstr>
      <vt:lpstr>Level.7</vt:lpstr>
      <vt:lpstr>Уровень пройден.</vt:lpstr>
      <vt:lpstr>Презентация PowerPoint</vt:lpstr>
      <vt:lpstr>Презентация PowerPoint</vt:lpstr>
      <vt:lpstr>Ур.8</vt:lpstr>
      <vt:lpstr>Level completed!</vt:lpstr>
      <vt:lpstr>Презентация PowerPoint</vt:lpstr>
      <vt:lpstr>Презентация PowerPoint</vt:lpstr>
      <vt:lpstr>Level.9</vt:lpstr>
      <vt:lpstr>Level completed!</vt:lpstr>
      <vt:lpstr>Презентация PowerPoint</vt:lpstr>
      <vt:lpstr>Презентация PowerPoint</vt:lpstr>
      <vt:lpstr>Level.10</vt:lpstr>
      <vt:lpstr>Level.10(2)</vt:lpstr>
      <vt:lpstr>Level.10.(3)</vt:lpstr>
      <vt:lpstr>You have completed the game!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</dc:title>
  <dc:creator>Sasha</dc:creator>
  <cp:lastModifiedBy>Sasha</cp:lastModifiedBy>
  <cp:revision>74</cp:revision>
  <dcterms:created xsi:type="dcterms:W3CDTF">2026-05-31T12:25:08Z</dcterms:created>
  <dcterms:modified xsi:type="dcterms:W3CDTF">2026-06-30T17:09:42Z</dcterms:modified>
</cp:coreProperties>
</file>