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8" r:id="rId3"/>
    <p:sldId id="262" r:id="rId4"/>
    <p:sldId id="261" r:id="rId5"/>
    <p:sldId id="256" r:id="rId6"/>
    <p:sldId id="265" r:id="rId7"/>
    <p:sldId id="270" r:id="rId8"/>
    <p:sldId id="272" r:id="rId9"/>
    <p:sldId id="260" r:id="rId10"/>
    <p:sldId id="259" r:id="rId11"/>
    <p:sldId id="266" r:id="rId12"/>
    <p:sldId id="263" r:id="rId13"/>
    <p:sldId id="264" r:id="rId14"/>
    <p:sldId id="268" r:id="rId15"/>
    <p:sldId id="267" r:id="rId16"/>
    <p:sldId id="271" r:id="rId17"/>
    <p:sldId id="274" r:id="rId18"/>
    <p:sldId id="269" r:id="rId19"/>
    <p:sldId id="275" r:id="rId20"/>
    <p:sldId id="279" r:id="rId21"/>
    <p:sldId id="278" r:id="rId22"/>
    <p:sldId id="276" r:id="rId23"/>
    <p:sldId id="283" r:id="rId24"/>
    <p:sldId id="282" r:id="rId25"/>
    <p:sldId id="281" r:id="rId26"/>
    <p:sldId id="280" r:id="rId27"/>
    <p:sldId id="285" r:id="rId28"/>
    <p:sldId id="287" r:id="rId29"/>
    <p:sldId id="286" r:id="rId30"/>
    <p:sldId id="284" r:id="rId31"/>
    <p:sldId id="288" r:id="rId32"/>
    <p:sldId id="292" r:id="rId33"/>
    <p:sldId id="291" r:id="rId34"/>
    <p:sldId id="290" r:id="rId35"/>
    <p:sldId id="293" r:id="rId36"/>
    <p:sldId id="297" r:id="rId37"/>
    <p:sldId id="296" r:id="rId38"/>
    <p:sldId id="295" r:id="rId39"/>
    <p:sldId id="300" r:id="rId40"/>
    <p:sldId id="304" r:id="rId41"/>
    <p:sldId id="299" r:id="rId42"/>
    <p:sldId id="298" r:id="rId43"/>
    <p:sldId id="301" r:id="rId44"/>
    <p:sldId id="302" r:id="rId45"/>
    <p:sldId id="303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sha" initials="S" lastIdx="2" clrIdx="0">
    <p:extLst>
      <p:ext uri="{19B8F6BF-5375-455C-9EA6-DF929625EA0E}">
        <p15:presenceInfo xmlns:p15="http://schemas.microsoft.com/office/powerpoint/2012/main" userId="68a38e9ccc444fc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DFCE"/>
    <a:srgbClr val="3ED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38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1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6-01T09:52:51.200" idx="1">
    <p:pos x="7680" y="2554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25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15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4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0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08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26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9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28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95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66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91A41-69EB-46BF-A117-DE52858CD68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1FE08-6BA1-41E6-AEA8-88710E524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67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7" Type="http://schemas.openxmlformats.org/officeDocument/2006/relationships/slide" Target="slide34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0.xml"/><Relationship Id="rId5" Type="http://schemas.openxmlformats.org/officeDocument/2006/relationships/slide" Target="slide26.xml"/><Relationship Id="rId4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.xml"/><Relationship Id="rId4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slide" Target="slide3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4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4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40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Чтобы начать игру нажмите на кнопку.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701589"/>
            <a:ext cx="10696787" cy="63933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 smtClean="0"/>
              <a:t>Идёт загрузка ресурсов, подождите 3 секунды.</a:t>
            </a:r>
            <a:endParaRPr lang="en-US" dirty="0"/>
          </a:p>
        </p:txBody>
      </p:sp>
      <p:sp>
        <p:nvSpPr>
          <p:cNvPr id="4" name="Прямоугольник 3">
            <a:hlinkClick r:id="rId2" action="ppaction://hlinksldjump"/>
          </p:cNvPr>
          <p:cNvSpPr/>
          <p:nvPr/>
        </p:nvSpPr>
        <p:spPr>
          <a:xfrm>
            <a:off x="3637280" y="4315253"/>
            <a:ext cx="4192693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Запустить.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849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0"/>
                            </p:stCondLst>
                            <p:childTnLst>
                              <p:par>
                                <p:cTn id="12" presetID="32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4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36424" y="346590"/>
            <a:ext cx="10317376" cy="1325563"/>
          </a:xfrm>
        </p:spPr>
        <p:txBody>
          <a:bodyPr/>
          <a:lstStyle/>
          <a:p>
            <a:pPr algn="ctr"/>
            <a:r>
              <a:rPr lang="ru-RU" b="1" dirty="0" smtClean="0"/>
              <a:t>ПОПРОБУЙ НЕ ЗАДЕНЬ</a:t>
            </a:r>
            <a:r>
              <a:rPr lang="en-US" b="1" dirty="0" smtClean="0"/>
              <a:t>!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 rot="1193739" flipH="1">
            <a:off x="1013250" y="1571000"/>
            <a:ext cx="4009770" cy="567069"/>
          </a:xfrm>
        </p:spPr>
        <p:txBody>
          <a:bodyPr>
            <a:noAutofit/>
          </a:bodyPr>
          <a:lstStyle/>
          <a:p>
            <a:pPr marL="457200" lvl="1" indent="0">
              <a:buNone/>
            </a:pPr>
            <a:r>
              <a:rPr lang="ru-RU" sz="4000" dirty="0" smtClean="0"/>
              <a:t>Что это за игра</a:t>
            </a:r>
            <a:endParaRPr lang="en-US" sz="4000" dirty="0"/>
          </a:p>
        </p:txBody>
      </p:sp>
      <p:sp>
        <p:nvSpPr>
          <p:cNvPr id="4" name="Прямоугольник 3">
            <a:hlinkClick r:id="rId2" action="ppaction://hlinksldjump"/>
          </p:cNvPr>
          <p:cNvSpPr/>
          <p:nvPr/>
        </p:nvSpPr>
        <p:spPr>
          <a:xfrm>
            <a:off x="2470298" y="5742491"/>
            <a:ext cx="7251405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Играть.</a:t>
            </a:r>
            <a:endParaRPr lang="en-US" dirty="0"/>
          </a:p>
        </p:txBody>
      </p:sp>
      <p:sp>
        <p:nvSpPr>
          <p:cNvPr id="5" name="Прямоугольник 4">
            <a:hlinkClick r:id="rId3" action="ppaction://hlinksldjump"/>
          </p:cNvPr>
          <p:cNvSpPr/>
          <p:nvPr/>
        </p:nvSpPr>
        <p:spPr>
          <a:xfrm>
            <a:off x="2470298" y="4213654"/>
            <a:ext cx="7251404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Правила игры.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0"/>
            <a:ext cx="1225244" cy="3880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Версия</a:t>
            </a:r>
            <a:r>
              <a:rPr lang="en-US" dirty="0" smtClean="0"/>
              <a:t>:</a:t>
            </a:r>
            <a:r>
              <a:rPr lang="ru-RU" dirty="0"/>
              <a:t>2</a:t>
            </a:r>
            <a:r>
              <a:rPr lang="ru-RU" dirty="0" smtClean="0"/>
              <a:t>.0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81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1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id="13" presetID="8" presetClass="emph" presetSubtype="0" repeatCount="indefinite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Rot by="21600000">
                                      <p:cBhvr>
                                        <p:cTn id="14" dur="5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 animBg="1"/>
      <p:bldP spid="5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2331720" cy="1325563"/>
          </a:xfrm>
        </p:spPr>
        <p:txBody>
          <a:bodyPr/>
          <a:lstStyle/>
          <a:p>
            <a:r>
              <a:rPr lang="ru-RU" dirty="0" smtClean="0"/>
              <a:t>Правила.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ru-RU" dirty="0" smtClean="0"/>
              <a:t>Не задеть курсором чёрные места.</a:t>
            </a:r>
          </a:p>
          <a:p>
            <a:pPr marL="514350" indent="-514350">
              <a:buAutoNum type="arabicPeriod"/>
            </a:pPr>
            <a:r>
              <a:rPr lang="ru-RU" dirty="0" smtClean="0"/>
              <a:t>Не попасться на </a:t>
            </a:r>
            <a:r>
              <a:rPr lang="ru-RU" dirty="0" err="1" smtClean="0"/>
              <a:t>скример</a:t>
            </a:r>
            <a:r>
              <a:rPr lang="ru-RU" dirty="0" smtClean="0"/>
              <a:t>.</a:t>
            </a:r>
          </a:p>
          <a:p>
            <a:pPr marL="514350" indent="-514350">
              <a:buAutoNum type="arabicPeriod"/>
            </a:pPr>
            <a:r>
              <a:rPr lang="ru-RU" dirty="0" smtClean="0"/>
              <a:t>Добраться до красного квадрата и ПОБЕДА!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Прямоугольник 3">
            <a:hlinkClick r:id="rId2" action="ppaction://hlinksldjump"/>
          </p:cNvPr>
          <p:cNvSpPr/>
          <p:nvPr/>
        </p:nvSpPr>
        <p:spPr>
          <a:xfrm>
            <a:off x="2307738" y="4929691"/>
            <a:ext cx="7251405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 Играть.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7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2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2" presetClass="emph" presetSubtype="0" repeatCount="indefinite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20000">
                                      <p:cBhvr>
                                        <p:cTn id="1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 animBg="1"/>
      <p:bldP spid="4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26542" y="12357"/>
            <a:ext cx="4601347" cy="563219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Выберите уровень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927889" y="5578990"/>
            <a:ext cx="327453" cy="3768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29DFCE"/>
                </a:solidFill>
              </a:rPr>
              <a:t>1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4255615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" name="Овал 4">
            <a:hlinkClick r:id="rId3" action="ppaction://hlinksldjump"/>
          </p:cNvPr>
          <p:cNvSpPr/>
          <p:nvPr/>
        </p:nvSpPr>
        <p:spPr>
          <a:xfrm>
            <a:off x="8332572" y="5955871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" name="Овал 5">
            <a:hlinkClick r:id="rId3" action="ppaction://hlinksldjump"/>
          </p:cNvPr>
          <p:cNvSpPr/>
          <p:nvPr/>
        </p:nvSpPr>
        <p:spPr>
          <a:xfrm>
            <a:off x="11280692" y="5749796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Овал 6">
            <a:hlinkClick r:id="rId4" action="ppaction://hlinksldjump"/>
          </p:cNvPr>
          <p:cNvSpPr/>
          <p:nvPr/>
        </p:nvSpPr>
        <p:spPr>
          <a:xfrm>
            <a:off x="0" y="5940425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4</a:t>
            </a:r>
            <a:endParaRPr lang="en-US" dirty="0"/>
          </a:p>
        </p:txBody>
      </p:sp>
      <p:sp>
        <p:nvSpPr>
          <p:cNvPr id="9" name="Овал 8">
            <a:hlinkClick r:id="rId5" action="ppaction://hlinksldjump"/>
          </p:cNvPr>
          <p:cNvSpPr/>
          <p:nvPr/>
        </p:nvSpPr>
        <p:spPr>
          <a:xfrm>
            <a:off x="9768017" y="5940425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6</a:t>
            </a:r>
            <a:endParaRPr lang="en-US" dirty="0"/>
          </a:p>
        </p:txBody>
      </p:sp>
      <p:sp>
        <p:nvSpPr>
          <p:cNvPr id="10" name="Овал 9">
            <a:hlinkClick r:id="rId6" action="ppaction://hlinksldjump"/>
          </p:cNvPr>
          <p:cNvSpPr/>
          <p:nvPr/>
        </p:nvSpPr>
        <p:spPr>
          <a:xfrm>
            <a:off x="1330155" y="5955871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7</a:t>
            </a:r>
            <a:endParaRPr lang="en-US" dirty="0"/>
          </a:p>
        </p:txBody>
      </p:sp>
      <p:sp>
        <p:nvSpPr>
          <p:cNvPr id="11" name="Овал 10">
            <a:hlinkClick r:id="rId5" action="ppaction://hlinksldjump"/>
          </p:cNvPr>
          <p:cNvSpPr/>
          <p:nvPr/>
        </p:nvSpPr>
        <p:spPr>
          <a:xfrm>
            <a:off x="5356655" y="5943599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5</a:t>
            </a:r>
            <a:endParaRPr lang="en-US" dirty="0"/>
          </a:p>
        </p:txBody>
      </p:sp>
      <p:sp>
        <p:nvSpPr>
          <p:cNvPr id="12" name="Овал 11">
            <a:hlinkClick r:id="rId7" action="ppaction://hlinksldjump"/>
          </p:cNvPr>
          <p:cNvSpPr/>
          <p:nvPr/>
        </p:nvSpPr>
        <p:spPr>
          <a:xfrm>
            <a:off x="2757874" y="5955871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8</a:t>
            </a:r>
            <a:endParaRPr lang="en-US" dirty="0"/>
          </a:p>
        </p:txBody>
      </p:sp>
      <p:sp>
        <p:nvSpPr>
          <p:cNvPr id="8" name="Овал 7"/>
          <p:cNvSpPr/>
          <p:nvPr/>
        </p:nvSpPr>
        <p:spPr>
          <a:xfrm>
            <a:off x="6936259" y="5955871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9</a:t>
            </a:r>
            <a:endParaRPr lang="en-US" dirty="0"/>
          </a:p>
        </p:txBody>
      </p:sp>
      <p:sp>
        <p:nvSpPr>
          <p:cNvPr id="13" name="Овал 12"/>
          <p:cNvSpPr/>
          <p:nvPr/>
        </p:nvSpPr>
        <p:spPr>
          <a:xfrm>
            <a:off x="0" y="4915844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45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2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8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 flipH="1">
            <a:off x="10288775" y="1811522"/>
            <a:ext cx="1488552" cy="69216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Ур.1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2147" y="2686493"/>
            <a:ext cx="1431853" cy="298636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4" name="Прямоугольник 3">
            <a:hlinkHover r:id="" action="ppaction://hlinkshowjump?jump=previousslide"/>
          </p:cNvPr>
          <p:cNvSpPr/>
          <p:nvPr/>
        </p:nvSpPr>
        <p:spPr>
          <a:xfrm>
            <a:off x="318977" y="369538"/>
            <a:ext cx="6245289" cy="140481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" y="2051869"/>
            <a:ext cx="2603217" cy="1552473"/>
          </a:xfrm>
          <a:prstGeom prst="rect">
            <a:avLst/>
          </a:prstGeom>
        </p:spPr>
      </p:pic>
      <p:pic>
        <p:nvPicPr>
          <p:cNvPr id="6" name="Рисунок 5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0" y="3490484"/>
            <a:ext cx="2603218" cy="1826719"/>
          </a:xfrm>
          <a:prstGeom prst="rect">
            <a:avLst/>
          </a:prstGeom>
        </p:spPr>
      </p:pic>
      <p:pic>
        <p:nvPicPr>
          <p:cNvPr id="7" name="Рисунок 6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65" y="5317204"/>
            <a:ext cx="8376740" cy="1540796"/>
          </a:xfrm>
          <a:prstGeom prst="rect">
            <a:avLst/>
          </a:prstGeom>
        </p:spPr>
      </p:pic>
      <p:pic>
        <p:nvPicPr>
          <p:cNvPr id="8" name="Рисунок 7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102" y="5317204"/>
            <a:ext cx="2317899" cy="1540796"/>
          </a:xfrm>
          <a:prstGeom prst="rect">
            <a:avLst/>
          </a:prstGeom>
        </p:spPr>
      </p:pic>
      <p:pic>
        <p:nvPicPr>
          <p:cNvPr id="9" name="Рисунок 8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996" y="3154326"/>
            <a:ext cx="2309003" cy="2168717"/>
          </a:xfrm>
          <a:prstGeom prst="rect">
            <a:avLst/>
          </a:prstGeom>
        </p:spPr>
      </p:pic>
      <p:pic>
        <p:nvPicPr>
          <p:cNvPr id="10" name="Рисунок 9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844" y="2424223"/>
            <a:ext cx="2423373" cy="2999307"/>
          </a:xfrm>
          <a:prstGeom prst="rect">
            <a:avLst/>
          </a:prstGeom>
        </p:spPr>
      </p:pic>
      <p:pic>
        <p:nvPicPr>
          <p:cNvPr id="11" name="Рисунок 10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151" y="4054549"/>
            <a:ext cx="2819849" cy="1262655"/>
          </a:xfrm>
          <a:prstGeom prst="rect">
            <a:avLst/>
          </a:prstGeom>
        </p:spPr>
      </p:pic>
      <p:pic>
        <p:nvPicPr>
          <p:cNvPr id="12" name="Рисунок 11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833" y="2424222"/>
            <a:ext cx="2603218" cy="1780187"/>
          </a:xfrm>
          <a:prstGeom prst="rect">
            <a:avLst/>
          </a:prstGeom>
        </p:spPr>
      </p:pic>
      <p:pic>
        <p:nvPicPr>
          <p:cNvPr id="13" name="Рисунок 12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266" y="350548"/>
            <a:ext cx="3060418" cy="1423800"/>
          </a:xfrm>
          <a:prstGeom prst="rect">
            <a:avLst/>
          </a:prstGeom>
        </p:spPr>
      </p:pic>
      <p:pic>
        <p:nvPicPr>
          <p:cNvPr id="14" name="Рисунок 1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4684" y="15668"/>
            <a:ext cx="2603218" cy="1780186"/>
          </a:xfrm>
          <a:prstGeom prst="rect">
            <a:avLst/>
          </a:prstGeom>
        </p:spPr>
      </p:pic>
      <p:sp>
        <p:nvSpPr>
          <p:cNvPr id="15" name="Прямоугольник 14">
            <a:hlinkHover r:id="rId3" action="ppaction://hlinksldjump"/>
          </p:cNvPr>
          <p:cNvSpPr/>
          <p:nvPr/>
        </p:nvSpPr>
        <p:spPr>
          <a:xfrm>
            <a:off x="8710284" y="0"/>
            <a:ext cx="914400" cy="6096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Прямоугольник 15">
            <a:hlinkHover r:id="rId4" action="ppaction://hlinksldjump"/>
          </p:cNvPr>
          <p:cNvSpPr/>
          <p:nvPr/>
        </p:nvSpPr>
        <p:spPr>
          <a:xfrm>
            <a:off x="7304999" y="0"/>
            <a:ext cx="191387" cy="1354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051" y="2424222"/>
            <a:ext cx="1194851" cy="1630325"/>
          </a:xfrm>
          <a:prstGeom prst="rect">
            <a:avLst/>
          </a:prstGeom>
        </p:spPr>
      </p:pic>
      <p:pic>
        <p:nvPicPr>
          <p:cNvPr id="18" name="Рисунок 17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833" y="1740665"/>
            <a:ext cx="1792446" cy="72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00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Уровень пройден!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30548" y="5124893"/>
            <a:ext cx="6306879" cy="4197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29DFCE"/>
                </a:solidFill>
              </a:rPr>
              <a:t>-Следующий уровень.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3037703" y="5777214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5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hlinkClick r:id="rId3" action="ppaction://hlinksldjump"/>
          </p:cNvPr>
          <p:cNvSpPr/>
          <p:nvPr/>
        </p:nvSpPr>
        <p:spPr>
          <a:xfrm>
            <a:off x="9110133" y="5943600"/>
            <a:ext cx="982134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41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2722879" y="5943600"/>
            <a:ext cx="988907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428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29DFCE"/>
                </a:solidFill>
              </a:rPr>
              <a:t>п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84156" y="5112608"/>
            <a:ext cx="7411995" cy="47573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29DFCE"/>
                </a:solidFill>
              </a:rPr>
              <a:t>-</a:t>
            </a:r>
            <a:r>
              <a:rPr lang="ru-RU" dirty="0" smtClean="0">
                <a:solidFill>
                  <a:srgbClr val="29DFCE"/>
                </a:solidFill>
              </a:rPr>
              <a:t>Рестарт.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2604987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1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 flipH="1">
            <a:off x="10288775" y="1811522"/>
            <a:ext cx="1488552" cy="692165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Ур.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6276131"/>
            <a:ext cx="1431853" cy="298636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16" name="Прямоугольник 15">
            <a:hlinkHover r:id="" action="ppaction://hlinkshowjump?jump=nextslide"/>
          </p:cNvPr>
          <p:cNvSpPr/>
          <p:nvPr/>
        </p:nvSpPr>
        <p:spPr>
          <a:xfrm>
            <a:off x="7304999" y="0"/>
            <a:ext cx="191387" cy="1984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Рисунок 17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05527"/>
            <a:ext cx="4003588" cy="1552473"/>
          </a:xfrm>
          <a:prstGeom prst="rect">
            <a:avLst/>
          </a:prstGeom>
        </p:spPr>
      </p:pic>
      <p:pic>
        <p:nvPicPr>
          <p:cNvPr id="19" name="Рисунок 18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131" y="5305527"/>
            <a:ext cx="6056870" cy="1552473"/>
          </a:xfrm>
          <a:prstGeom prst="rect">
            <a:avLst/>
          </a:prstGeom>
        </p:spPr>
      </p:pic>
      <p:pic>
        <p:nvPicPr>
          <p:cNvPr id="20" name="Рисунок 19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486" y="2346982"/>
            <a:ext cx="7187514" cy="1922278"/>
          </a:xfrm>
          <a:prstGeom prst="rect">
            <a:avLst/>
          </a:prstGeom>
        </p:spPr>
      </p:pic>
      <p:pic>
        <p:nvPicPr>
          <p:cNvPr id="21" name="Рисунок 20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131" y="4269261"/>
            <a:ext cx="6056869" cy="1088292"/>
          </a:xfrm>
          <a:prstGeom prst="rect">
            <a:avLst/>
          </a:prstGeom>
        </p:spPr>
      </p:pic>
      <p:pic>
        <p:nvPicPr>
          <p:cNvPr id="22" name="Рисунок 21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50948"/>
            <a:ext cx="4501036" cy="1870480"/>
          </a:xfrm>
          <a:prstGeom prst="rect">
            <a:avLst/>
          </a:prstGeom>
        </p:spPr>
      </p:pic>
      <p:pic>
        <p:nvPicPr>
          <p:cNvPr id="25" name="Рисунок 24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621427"/>
            <a:ext cx="4003589" cy="1684100"/>
          </a:xfrm>
          <a:prstGeom prst="rect">
            <a:avLst/>
          </a:prstGeom>
        </p:spPr>
      </p:pic>
      <p:pic>
        <p:nvPicPr>
          <p:cNvPr id="27" name="Рисунок 26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882" y="0"/>
            <a:ext cx="2275701" cy="1750947"/>
          </a:xfrm>
          <a:prstGeom prst="rect">
            <a:avLst/>
          </a:prstGeom>
        </p:spPr>
      </p:pic>
      <p:pic>
        <p:nvPicPr>
          <p:cNvPr id="28" name="Рисунок 27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3095368" cy="1750946"/>
          </a:xfrm>
          <a:prstGeom prst="rect">
            <a:avLst/>
          </a:prstGeom>
        </p:spPr>
      </p:pic>
      <p:pic>
        <p:nvPicPr>
          <p:cNvPr id="29" name="Рисунок 28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570" y="-1"/>
            <a:ext cx="2275701" cy="1750947"/>
          </a:xfrm>
          <a:prstGeom prst="rect">
            <a:avLst/>
          </a:prstGeom>
        </p:spPr>
      </p:pic>
      <p:pic>
        <p:nvPicPr>
          <p:cNvPr id="30" name="Рисунок 29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671" y="702276"/>
            <a:ext cx="2275701" cy="1750947"/>
          </a:xfrm>
          <a:prstGeom prst="rect">
            <a:avLst/>
          </a:prstGeom>
        </p:spPr>
      </p:pic>
      <p:pic>
        <p:nvPicPr>
          <p:cNvPr id="31" name="Рисунок 30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1373" y="1073830"/>
            <a:ext cx="2030628" cy="677117"/>
          </a:xfrm>
          <a:prstGeom prst="rect">
            <a:avLst/>
          </a:prstGeom>
        </p:spPr>
      </p:pic>
      <p:pic>
        <p:nvPicPr>
          <p:cNvPr id="32" name="Рисунок 31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786" y="0"/>
            <a:ext cx="2329200" cy="413173"/>
          </a:xfrm>
          <a:prstGeom prst="rect">
            <a:avLst/>
          </a:prstGeom>
        </p:spPr>
      </p:pic>
      <p:pic>
        <p:nvPicPr>
          <p:cNvPr id="33" name="Рисунок 32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985" y="-2331"/>
            <a:ext cx="2321015" cy="412211"/>
          </a:xfrm>
          <a:prstGeom prst="rect">
            <a:avLst/>
          </a:prstGeom>
        </p:spPr>
      </p:pic>
      <p:pic>
        <p:nvPicPr>
          <p:cNvPr id="34" name="Рисунок 3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1372" y="702276"/>
            <a:ext cx="1135836" cy="627944"/>
          </a:xfrm>
          <a:prstGeom prst="rect">
            <a:avLst/>
          </a:prstGeom>
        </p:spPr>
      </p:pic>
      <p:sp>
        <p:nvSpPr>
          <p:cNvPr id="35" name="Прямоугольник 34">
            <a:hlinkHover r:id="" action="ppaction://hlinkshowjump?jump=nextslide"/>
          </p:cNvPr>
          <p:cNvSpPr/>
          <p:nvPr/>
        </p:nvSpPr>
        <p:spPr>
          <a:xfrm>
            <a:off x="11297209" y="409880"/>
            <a:ext cx="894791" cy="6701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Прямоугольник 35">
            <a:hlinkHover r:id="rId3" action="ppaction://hlinksldjump"/>
          </p:cNvPr>
          <p:cNvSpPr/>
          <p:nvPr/>
        </p:nvSpPr>
        <p:spPr>
          <a:xfrm>
            <a:off x="8706386" y="409881"/>
            <a:ext cx="191387" cy="77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9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Уровень пройден!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30548" y="5124893"/>
            <a:ext cx="6306879" cy="41970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29DFCE"/>
                </a:solidFill>
              </a:rPr>
              <a:t>-Следующий уровень.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11277600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6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09307" y="5743296"/>
            <a:ext cx="466060" cy="457311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29DFCE"/>
                </a:solidFill>
              </a:rPr>
              <a:t>е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390553" y="5787655"/>
            <a:ext cx="1281223" cy="36859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29DFCE"/>
                </a:solidFill>
              </a:rPr>
              <a:t>-Рестарт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11271654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5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209862"/>
            <a:ext cx="1302488" cy="59199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Ур 3</a:t>
            </a:r>
            <a:endParaRPr lang="en-US" dirty="0"/>
          </a:p>
        </p:txBody>
      </p:sp>
      <p:pic>
        <p:nvPicPr>
          <p:cNvPr id="4" name="Объект 3">
            <a:hlinkHover r:id="" action="ppaction://hlinkshowjump?jump=previousslide"/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801852"/>
            <a:ext cx="2603218" cy="1780186"/>
          </a:xfrm>
          <a:prstGeom prst="rect">
            <a:avLst/>
          </a:prstGeom>
        </p:spPr>
      </p:pic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82038"/>
            <a:ext cx="2603218" cy="2275962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8" y="5077814"/>
            <a:ext cx="8750582" cy="1780186"/>
          </a:xfrm>
          <a:prstGeom prst="rect">
            <a:avLst/>
          </a:prstGeom>
        </p:spPr>
      </p:pic>
      <p:pic>
        <p:nvPicPr>
          <p:cNvPr id="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133" y="3309817"/>
            <a:ext cx="8076307" cy="1780186"/>
          </a:xfrm>
          <a:prstGeom prst="rect">
            <a:avLst/>
          </a:prstGeom>
        </p:spPr>
      </p:pic>
      <p:pic>
        <p:nvPicPr>
          <p:cNvPr id="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465" y="834081"/>
            <a:ext cx="2603218" cy="1967771"/>
          </a:xfrm>
          <a:prstGeom prst="rect">
            <a:avLst/>
          </a:prstGeom>
        </p:spPr>
      </p:pic>
      <p:pic>
        <p:nvPicPr>
          <p:cNvPr id="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030465" cy="2209862"/>
          </a:xfrm>
          <a:prstGeom prst="rect">
            <a:avLst/>
          </a:prstGeom>
        </p:spPr>
      </p:pic>
      <p:pic>
        <p:nvPicPr>
          <p:cNvPr id="1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856" y="-4605"/>
            <a:ext cx="8694782" cy="888281"/>
          </a:xfrm>
          <a:prstGeom prst="rect">
            <a:avLst/>
          </a:prstGeom>
        </p:spPr>
      </p:pic>
      <p:pic>
        <p:nvPicPr>
          <p:cNvPr id="1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782" y="1176075"/>
            <a:ext cx="2603218" cy="1625777"/>
          </a:xfrm>
          <a:prstGeom prst="rect">
            <a:avLst/>
          </a:prstGeom>
        </p:spPr>
      </p:pic>
      <p:pic>
        <p:nvPicPr>
          <p:cNvPr id="1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3370" y="1173861"/>
            <a:ext cx="3375411" cy="721804"/>
          </a:xfrm>
          <a:prstGeom prst="rect">
            <a:avLst/>
          </a:prstGeom>
        </p:spPr>
      </p:pic>
      <p:pic>
        <p:nvPicPr>
          <p:cNvPr id="1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060" y="2266329"/>
            <a:ext cx="3146372" cy="535523"/>
          </a:xfrm>
          <a:prstGeom prst="rect">
            <a:avLst/>
          </a:prstGeom>
        </p:spPr>
      </p:pic>
      <p:pic>
        <p:nvPicPr>
          <p:cNvPr id="1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5639" y="0"/>
            <a:ext cx="2486362" cy="475515"/>
          </a:xfrm>
          <a:prstGeom prst="rect">
            <a:avLst/>
          </a:prstGeom>
        </p:spPr>
      </p:pic>
      <p:pic>
        <p:nvPicPr>
          <p:cNvPr id="1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9566" y="425302"/>
            <a:ext cx="1385764" cy="470563"/>
          </a:xfrm>
          <a:prstGeom prst="rect">
            <a:avLst/>
          </a:prstGeom>
        </p:spPr>
      </p:pic>
      <p:sp>
        <p:nvSpPr>
          <p:cNvPr id="17" name="Прямоугольник 16">
            <a:hlinkHover r:id="rId3" action="ppaction://hlinksldjump"/>
          </p:cNvPr>
          <p:cNvSpPr/>
          <p:nvPr/>
        </p:nvSpPr>
        <p:spPr>
          <a:xfrm>
            <a:off x="9087759" y="1310309"/>
            <a:ext cx="275060" cy="820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8" y="2801852"/>
            <a:ext cx="6810140" cy="511870"/>
          </a:xfrm>
          <a:prstGeom prst="rect">
            <a:avLst/>
          </a:prstGeom>
        </p:spPr>
      </p:pic>
      <p:pic>
        <p:nvPicPr>
          <p:cNvPr id="1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682" y="834081"/>
            <a:ext cx="2388784" cy="1266791"/>
          </a:xfrm>
          <a:prstGeom prst="rect">
            <a:avLst/>
          </a:prstGeom>
        </p:spPr>
      </p:pic>
      <p:pic>
        <p:nvPicPr>
          <p:cNvPr id="2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682" y="2084777"/>
            <a:ext cx="2579688" cy="717075"/>
          </a:xfrm>
          <a:prstGeom prst="rect">
            <a:avLst/>
          </a:prstGeom>
        </p:spPr>
      </p:pic>
      <p:sp>
        <p:nvSpPr>
          <p:cNvPr id="21" name="Прямоугольник 20">
            <a:hlinkHover r:id="rId4" action="ppaction://hlinksldjump"/>
          </p:cNvPr>
          <p:cNvSpPr/>
          <p:nvPr/>
        </p:nvSpPr>
        <p:spPr>
          <a:xfrm>
            <a:off x="8896372" y="889683"/>
            <a:ext cx="191387" cy="950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Прямоугольник 22">
            <a:hlinkHover r:id="" action="ppaction://hlinkshowjump?jump=nextslide"/>
          </p:cNvPr>
          <p:cNvSpPr/>
          <p:nvPr/>
        </p:nvSpPr>
        <p:spPr>
          <a:xfrm>
            <a:off x="11015330" y="470455"/>
            <a:ext cx="1196279" cy="70340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0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Уровень пройден.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28037" y="5489390"/>
            <a:ext cx="3600893" cy="4607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29DFCE"/>
                </a:solidFill>
              </a:rPr>
              <a:t>в</a:t>
            </a:r>
            <a:r>
              <a:rPr lang="ru-RU" dirty="0" smtClean="0">
                <a:solidFill>
                  <a:srgbClr val="29DFCE"/>
                </a:solidFill>
              </a:rPr>
              <a:t> 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0" y="5950135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72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11257279" y="5943600"/>
            <a:ext cx="934721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93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0" y="5943601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58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9535" y="192130"/>
            <a:ext cx="10515600" cy="1325563"/>
          </a:xfrm>
        </p:spPr>
        <p:txBody>
          <a:bodyPr/>
          <a:lstStyle/>
          <a:p>
            <a:pPr algn="ctr"/>
            <a:r>
              <a:rPr lang="ru-RU" dirty="0" smtClean="0"/>
              <a:t> Заново. 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1783" y="6400800"/>
            <a:ext cx="275968" cy="33062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 smtClean="0"/>
              <a:t>ц</a:t>
            </a:r>
            <a:endParaRPr lang="en-US" dirty="0"/>
          </a:p>
        </p:txBody>
      </p:sp>
      <p:sp>
        <p:nvSpPr>
          <p:cNvPr id="5" name="Овал 4">
            <a:hlinkClick r:id="rId2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7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967771"/>
            <a:ext cx="1210340" cy="577628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Ур.4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1633" y="294537"/>
            <a:ext cx="395176" cy="4639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в</a:t>
            </a:r>
            <a:endParaRPr lang="en-US" dirty="0"/>
          </a:p>
        </p:txBody>
      </p:sp>
      <p:pic>
        <p:nvPicPr>
          <p:cNvPr id="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603218" cy="1967771"/>
          </a:xfrm>
          <a:prstGeom prst="rect">
            <a:avLst/>
          </a:prstGeom>
        </p:spPr>
      </p:pic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53" y="1967771"/>
            <a:ext cx="1565665" cy="845864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85224"/>
            <a:ext cx="1037553" cy="328411"/>
          </a:xfrm>
          <a:prstGeom prst="rect">
            <a:avLst/>
          </a:prstGeom>
        </p:spPr>
      </p:pic>
      <p:pic>
        <p:nvPicPr>
          <p:cNvPr id="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168054"/>
            <a:ext cx="586946" cy="1689946"/>
          </a:xfrm>
          <a:prstGeom prst="rect">
            <a:avLst/>
          </a:prstGeom>
        </p:spPr>
      </p:pic>
      <p:pic>
        <p:nvPicPr>
          <p:cNvPr id="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389870"/>
            <a:ext cx="2603218" cy="1825597"/>
          </a:xfrm>
          <a:prstGeom prst="rect">
            <a:avLst/>
          </a:prstGeom>
        </p:spPr>
      </p:pic>
      <p:pic>
        <p:nvPicPr>
          <p:cNvPr id="1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620" y="4106026"/>
            <a:ext cx="1210962" cy="267729"/>
          </a:xfrm>
          <a:prstGeom prst="rect">
            <a:avLst/>
          </a:prstGeom>
        </p:spPr>
      </p:pic>
      <p:pic>
        <p:nvPicPr>
          <p:cNvPr id="1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289" y="2405984"/>
            <a:ext cx="2603218" cy="1967771"/>
          </a:xfrm>
          <a:prstGeom prst="rect">
            <a:avLst/>
          </a:prstGeom>
        </p:spPr>
      </p:pic>
      <p:pic>
        <p:nvPicPr>
          <p:cNvPr id="1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8" y="0"/>
            <a:ext cx="2603218" cy="2156254"/>
          </a:xfrm>
          <a:prstGeom prst="rect">
            <a:avLst/>
          </a:prstGeom>
        </p:spPr>
      </p:pic>
      <p:pic>
        <p:nvPicPr>
          <p:cNvPr id="1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693" y="3156163"/>
            <a:ext cx="788742" cy="1834267"/>
          </a:xfrm>
          <a:prstGeom prst="rect">
            <a:avLst/>
          </a:prstGeom>
        </p:spPr>
      </p:pic>
      <p:pic>
        <p:nvPicPr>
          <p:cNvPr id="1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267" y="3022659"/>
            <a:ext cx="3115733" cy="1967771"/>
          </a:xfrm>
          <a:prstGeom prst="rect">
            <a:avLst/>
          </a:prstGeom>
        </p:spPr>
      </p:pic>
      <p:pic>
        <p:nvPicPr>
          <p:cNvPr id="1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436" y="1"/>
            <a:ext cx="906071" cy="2156254"/>
          </a:xfrm>
          <a:prstGeom prst="rect">
            <a:avLst/>
          </a:prstGeom>
        </p:spPr>
      </p:pic>
      <p:pic>
        <p:nvPicPr>
          <p:cNvPr id="1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716" y="332297"/>
            <a:ext cx="2603218" cy="2519097"/>
          </a:xfrm>
          <a:prstGeom prst="rect">
            <a:avLst/>
          </a:prstGeom>
        </p:spPr>
      </p:pic>
      <p:pic>
        <p:nvPicPr>
          <p:cNvPr id="1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507" y="2405984"/>
            <a:ext cx="716111" cy="750179"/>
          </a:xfrm>
          <a:prstGeom prst="rect">
            <a:avLst/>
          </a:prstGeom>
        </p:spPr>
      </p:pic>
      <p:pic>
        <p:nvPicPr>
          <p:cNvPr id="1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2933" y="216747"/>
            <a:ext cx="2777493" cy="2596888"/>
          </a:xfrm>
          <a:prstGeom prst="rect">
            <a:avLst/>
          </a:prstGeom>
        </p:spPr>
      </p:pic>
      <p:pic>
        <p:nvPicPr>
          <p:cNvPr id="2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853" y="5493173"/>
            <a:ext cx="1592436" cy="240481"/>
          </a:xfrm>
          <a:prstGeom prst="rect">
            <a:avLst/>
          </a:prstGeom>
        </p:spPr>
      </p:pic>
      <p:pic>
        <p:nvPicPr>
          <p:cNvPr id="2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618" y="4373754"/>
            <a:ext cx="2533075" cy="576236"/>
          </a:xfrm>
          <a:prstGeom prst="rect">
            <a:avLst/>
          </a:prstGeom>
        </p:spPr>
      </p:pic>
      <p:pic>
        <p:nvPicPr>
          <p:cNvPr id="2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289" y="5493173"/>
            <a:ext cx="2603218" cy="240481"/>
          </a:xfrm>
          <a:prstGeom prst="rect">
            <a:avLst/>
          </a:prstGeom>
        </p:spPr>
      </p:pic>
      <p:pic>
        <p:nvPicPr>
          <p:cNvPr id="2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507" y="5332959"/>
            <a:ext cx="6079493" cy="400695"/>
          </a:xfrm>
          <a:prstGeom prst="rect">
            <a:avLst/>
          </a:prstGeom>
        </p:spPr>
      </p:pic>
      <p:pic>
        <p:nvPicPr>
          <p:cNvPr id="2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346" y="6075680"/>
            <a:ext cx="3018725" cy="782320"/>
          </a:xfrm>
          <a:prstGeom prst="rect">
            <a:avLst/>
          </a:prstGeom>
        </p:spPr>
      </p:pic>
      <p:pic>
        <p:nvPicPr>
          <p:cNvPr id="2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070" y="6075680"/>
            <a:ext cx="7671929" cy="782320"/>
          </a:xfrm>
          <a:prstGeom prst="rect">
            <a:avLst/>
          </a:prstGeom>
        </p:spPr>
      </p:pic>
      <p:sp>
        <p:nvSpPr>
          <p:cNvPr id="27" name="Прямоугольник 26">
            <a:hlinkHover r:id="" action="ppaction://hlinkshowjump?jump=nextslide"/>
          </p:cNvPr>
          <p:cNvSpPr/>
          <p:nvPr/>
        </p:nvSpPr>
        <p:spPr>
          <a:xfrm>
            <a:off x="10995720" y="5733655"/>
            <a:ext cx="1196279" cy="34202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Прямоугольник 27">
            <a:hlinkHover r:id="rId3" action="ppaction://hlinksldjump"/>
          </p:cNvPr>
          <p:cNvSpPr/>
          <p:nvPr/>
        </p:nvSpPr>
        <p:spPr>
          <a:xfrm>
            <a:off x="9152253" y="5733653"/>
            <a:ext cx="191387" cy="1252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73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Уровень пройден.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341870" cy="42330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>
                <a:solidFill>
                  <a:srgbClr val="29DFCE"/>
                </a:solidFill>
              </a:rPr>
              <a:t>е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5257801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867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hlinkClick r:id="rId3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459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Прямоугольник 4">
            <a:hlinkClick r:id="rId2" action="ppaction://hlinksldjump"/>
          </p:cNvPr>
          <p:cNvSpPr/>
          <p:nvPr/>
        </p:nvSpPr>
        <p:spPr>
          <a:xfrm>
            <a:off x="5039833" y="5943600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9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3766751"/>
            <a:ext cx="633284" cy="521044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29DFCE"/>
                </a:solidFill>
              </a:rPr>
              <a:t>а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1837039"/>
            <a:ext cx="1081217" cy="591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dirty="0" smtClean="0"/>
              <a:t>Ур.5</a:t>
            </a:r>
            <a:endParaRPr lang="en-US" sz="3600" dirty="0"/>
          </a:p>
        </p:txBody>
      </p:sp>
      <p:pic>
        <p:nvPicPr>
          <p:cNvPr id="1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722" y="1478564"/>
            <a:ext cx="2603218" cy="976784"/>
          </a:xfrm>
          <a:prstGeom prst="rect">
            <a:avLst/>
          </a:prstGeom>
        </p:spPr>
      </p:pic>
      <p:pic>
        <p:nvPicPr>
          <p:cNvPr id="1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8400"/>
            <a:ext cx="2603218" cy="1318054"/>
          </a:xfrm>
          <a:prstGeom prst="rect">
            <a:avLst/>
          </a:prstGeom>
        </p:spPr>
      </p:pic>
      <p:pic>
        <p:nvPicPr>
          <p:cNvPr id="1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756453"/>
            <a:ext cx="2603218" cy="3101546"/>
          </a:xfrm>
          <a:prstGeom prst="rect">
            <a:avLst/>
          </a:prstGeom>
        </p:spPr>
      </p:pic>
      <p:pic>
        <p:nvPicPr>
          <p:cNvPr id="1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78564"/>
            <a:ext cx="990723" cy="424248"/>
          </a:xfrm>
          <a:prstGeom prst="rect">
            <a:avLst/>
          </a:prstGeom>
        </p:spPr>
      </p:pic>
      <p:pic>
        <p:nvPicPr>
          <p:cNvPr id="1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7" y="5566718"/>
            <a:ext cx="2753438" cy="1291281"/>
          </a:xfrm>
          <a:prstGeom prst="rect">
            <a:avLst/>
          </a:prstGeom>
        </p:spPr>
      </p:pic>
      <p:pic>
        <p:nvPicPr>
          <p:cNvPr id="1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055" y="5622324"/>
            <a:ext cx="2840207" cy="1235676"/>
          </a:xfrm>
          <a:prstGeom prst="rect">
            <a:avLst/>
          </a:prstGeom>
        </p:spPr>
      </p:pic>
      <p:pic>
        <p:nvPicPr>
          <p:cNvPr id="1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785" y="4383559"/>
            <a:ext cx="1406550" cy="278027"/>
          </a:xfrm>
          <a:prstGeom prst="rect">
            <a:avLst/>
          </a:prstGeom>
        </p:spPr>
      </p:pic>
      <p:pic>
        <p:nvPicPr>
          <p:cNvPr id="1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206" y="3466070"/>
            <a:ext cx="1785903" cy="2156254"/>
          </a:xfrm>
          <a:prstGeom prst="rect">
            <a:avLst/>
          </a:prstGeom>
        </p:spPr>
      </p:pic>
      <p:pic>
        <p:nvPicPr>
          <p:cNvPr id="2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882" y="3188043"/>
            <a:ext cx="1406550" cy="278027"/>
          </a:xfrm>
          <a:prstGeom prst="rect">
            <a:avLst/>
          </a:prstGeom>
        </p:spPr>
      </p:pic>
      <p:pic>
        <p:nvPicPr>
          <p:cNvPr id="2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7" y="2438399"/>
            <a:ext cx="3885636" cy="972354"/>
          </a:xfrm>
          <a:prstGeom prst="rect">
            <a:avLst/>
          </a:prstGeom>
        </p:spPr>
      </p:pic>
      <p:pic>
        <p:nvPicPr>
          <p:cNvPr id="2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853" y="358986"/>
            <a:ext cx="3271520" cy="2729653"/>
          </a:xfrm>
          <a:prstGeom prst="rect">
            <a:avLst/>
          </a:prstGeom>
        </p:spPr>
      </p:pic>
      <p:pic>
        <p:nvPicPr>
          <p:cNvPr id="2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4108" y="3466070"/>
            <a:ext cx="1785903" cy="2156254"/>
          </a:xfrm>
          <a:prstGeom prst="rect">
            <a:avLst/>
          </a:prstGeom>
        </p:spPr>
      </p:pic>
      <p:pic>
        <p:nvPicPr>
          <p:cNvPr id="2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7" y="3410753"/>
            <a:ext cx="2090704" cy="2460764"/>
          </a:xfrm>
          <a:prstGeom prst="rect">
            <a:avLst/>
          </a:prstGeom>
        </p:spPr>
      </p:pic>
      <p:pic>
        <p:nvPicPr>
          <p:cNvPr id="2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260" y="5622324"/>
            <a:ext cx="3080740" cy="1235675"/>
          </a:xfrm>
          <a:prstGeom prst="rect">
            <a:avLst/>
          </a:prstGeom>
        </p:spPr>
      </p:pic>
      <p:pic>
        <p:nvPicPr>
          <p:cNvPr id="2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678" y="358987"/>
            <a:ext cx="2128522" cy="2707873"/>
          </a:xfrm>
          <a:prstGeom prst="rect">
            <a:avLst/>
          </a:prstGeom>
        </p:spPr>
      </p:pic>
      <p:pic>
        <p:nvPicPr>
          <p:cNvPr id="3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5777" y="3066860"/>
            <a:ext cx="1221423" cy="2156254"/>
          </a:xfrm>
          <a:prstGeom prst="rect">
            <a:avLst/>
          </a:prstGeom>
        </p:spPr>
      </p:pic>
      <p:pic>
        <p:nvPicPr>
          <p:cNvPr id="3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388" y="0"/>
            <a:ext cx="2361636" cy="2156254"/>
          </a:xfrm>
          <a:prstGeom prst="rect">
            <a:avLst/>
          </a:prstGeom>
        </p:spPr>
      </p:pic>
      <p:pic>
        <p:nvPicPr>
          <p:cNvPr id="3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279" y="-1"/>
            <a:ext cx="2617110" cy="1076961"/>
          </a:xfrm>
          <a:prstGeom prst="rect">
            <a:avLst/>
          </a:prstGeom>
        </p:spPr>
      </p:pic>
      <p:sp>
        <p:nvSpPr>
          <p:cNvPr id="34" name="Прямоугольник 33">
            <a:hlinkHover r:id="" action="ppaction://hlinkshowjump?jump=nextslide"/>
          </p:cNvPr>
          <p:cNvSpPr/>
          <p:nvPr/>
        </p:nvSpPr>
        <p:spPr>
          <a:xfrm>
            <a:off x="-1" y="6445"/>
            <a:ext cx="1196279" cy="147211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Прямоугольник 34">
            <a:hlinkHover r:id="rId3" action="ppaction://hlinksldjump"/>
          </p:cNvPr>
          <p:cNvSpPr/>
          <p:nvPr/>
        </p:nvSpPr>
        <p:spPr>
          <a:xfrm>
            <a:off x="2027485" y="1076960"/>
            <a:ext cx="191387" cy="1693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03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6" presetClass="entr" presetSubtype="0" repeatCount="indefinite" fill="hold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8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2733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99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96" tmFilter="0, 0; 0.125,0.2665; 0.25,0.4; 0.375,0.465; 0.5,0.5;  0.625,0.535; 0.75,0.6; 0.875,0.7335; 1,1">
                                          <p:stCondLst>
                                            <p:cond delay="99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98" tmFilter="0, 0; 0.125,0.2665; 0.25,0.4; 0.375,0.465; 0.5,0.5;  0.625,0.535; 0.75,0.6; 0.875,0.7335; 1,1">
                                          <p:stCondLst>
                                            <p:cond delay="198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46" tmFilter="0, 0; 0.125,0.2665; 0.25,0.4; 0.375,0.465; 0.5,0.5;  0.625,0.535; 0.75,0.6; 0.875,0.7335; 1,1">
                                          <p:stCondLst>
                                            <p:cond delay="248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" dur="39">
                                          <p:stCondLst>
                                            <p:cond delay="97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" dur="249" decel="50000">
                                          <p:stCondLst>
                                            <p:cond delay="101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39">
                                          <p:stCondLst>
                                            <p:cond delay="19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" dur="249" decel="50000">
                                          <p:stCondLst>
                                            <p:cond delay="2007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39">
                                          <p:stCondLst>
                                            <p:cond delay="2463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" dur="249" decel="50000">
                                          <p:stCondLst>
                                            <p:cond delay="250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39">
                                          <p:stCondLst>
                                            <p:cond delay="27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" dur="249" decel="50000">
                                          <p:stCondLst>
                                            <p:cond delay="2751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Уровень пройден.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9685638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23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hlinkClick r:id="rId3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003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1134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9910119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024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68333" y="0"/>
            <a:ext cx="1089454" cy="67284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Ур.6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782168" y="6385268"/>
            <a:ext cx="409832" cy="472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ц</a:t>
            </a:r>
            <a:endParaRPr lang="en-US" dirty="0"/>
          </a:p>
        </p:txBody>
      </p:sp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081" y="672843"/>
            <a:ext cx="1685504" cy="986623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787" y="0"/>
            <a:ext cx="304798" cy="672843"/>
          </a:xfrm>
          <a:prstGeom prst="rect">
            <a:avLst/>
          </a:prstGeom>
        </p:spPr>
      </p:pic>
      <p:pic>
        <p:nvPicPr>
          <p:cNvPr id="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081" y="0"/>
            <a:ext cx="291252" cy="672843"/>
          </a:xfrm>
          <a:prstGeom prst="rect">
            <a:avLst/>
          </a:prstGeom>
        </p:spPr>
      </p:pic>
      <p:pic>
        <p:nvPicPr>
          <p:cNvPr id="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081" y="2010399"/>
            <a:ext cx="4947919" cy="2156254"/>
          </a:xfrm>
          <a:prstGeom prst="rect">
            <a:avLst/>
          </a:prstGeom>
        </p:spPr>
      </p:pic>
      <p:pic>
        <p:nvPicPr>
          <p:cNvPr id="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081" y="4701746"/>
            <a:ext cx="2408482" cy="2156254"/>
          </a:xfrm>
          <a:prstGeom prst="rect">
            <a:avLst/>
          </a:prstGeom>
        </p:spPr>
      </p:pic>
      <p:pic>
        <p:nvPicPr>
          <p:cNvPr id="1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964" y="4166653"/>
            <a:ext cx="1625035" cy="2691347"/>
          </a:xfrm>
          <a:prstGeom prst="rect">
            <a:avLst/>
          </a:prstGeom>
        </p:spPr>
      </p:pic>
      <p:pic>
        <p:nvPicPr>
          <p:cNvPr id="2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713" y="4293974"/>
            <a:ext cx="1202392" cy="320612"/>
          </a:xfrm>
          <a:prstGeom prst="rect">
            <a:avLst/>
          </a:prstGeom>
        </p:spPr>
      </p:pic>
      <p:pic>
        <p:nvPicPr>
          <p:cNvPr id="2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809" y="4842932"/>
            <a:ext cx="2426394" cy="2015067"/>
          </a:xfrm>
          <a:prstGeom prst="rect">
            <a:avLst/>
          </a:prstGeom>
        </p:spPr>
      </p:pic>
      <p:pic>
        <p:nvPicPr>
          <p:cNvPr id="2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569" y="2010397"/>
            <a:ext cx="2361636" cy="2283577"/>
          </a:xfrm>
          <a:prstGeom prst="rect">
            <a:avLst/>
          </a:prstGeom>
        </p:spPr>
      </p:pic>
      <p:pic>
        <p:nvPicPr>
          <p:cNvPr id="2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204" y="5323840"/>
            <a:ext cx="2296799" cy="1534160"/>
          </a:xfrm>
          <a:prstGeom prst="rect">
            <a:avLst/>
          </a:prstGeom>
        </p:spPr>
      </p:pic>
      <p:pic>
        <p:nvPicPr>
          <p:cNvPr id="2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368" y="2010397"/>
            <a:ext cx="2361636" cy="1452583"/>
          </a:xfrm>
          <a:prstGeom prst="rect">
            <a:avLst/>
          </a:prstGeom>
        </p:spPr>
      </p:pic>
      <p:pic>
        <p:nvPicPr>
          <p:cNvPr id="2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61636" cy="2456086"/>
          </a:xfrm>
          <a:prstGeom prst="rect">
            <a:avLst/>
          </a:prstGeom>
        </p:spPr>
      </p:pic>
      <p:pic>
        <p:nvPicPr>
          <p:cNvPr id="3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58332"/>
            <a:ext cx="2361636" cy="2156254"/>
          </a:xfrm>
          <a:prstGeom prst="rect">
            <a:avLst/>
          </a:prstGeom>
        </p:spPr>
      </p:pic>
      <p:pic>
        <p:nvPicPr>
          <p:cNvPr id="3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4586"/>
            <a:ext cx="2567808" cy="2244581"/>
          </a:xfrm>
          <a:prstGeom prst="rect">
            <a:avLst/>
          </a:prstGeom>
        </p:spPr>
      </p:pic>
      <p:pic>
        <p:nvPicPr>
          <p:cNvPr id="3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2585" y="-2247"/>
            <a:ext cx="2361636" cy="1661713"/>
          </a:xfrm>
          <a:prstGeom prst="rect">
            <a:avLst/>
          </a:prstGeom>
        </p:spPr>
      </p:pic>
      <p:pic>
        <p:nvPicPr>
          <p:cNvPr id="3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850" y="-2247"/>
            <a:ext cx="2361636" cy="1661713"/>
          </a:xfrm>
          <a:prstGeom prst="rect">
            <a:avLst/>
          </a:prstGeom>
        </p:spPr>
      </p:pic>
      <p:sp>
        <p:nvSpPr>
          <p:cNvPr id="39" name="Прямоугольник 38">
            <a:hlinkHover r:id="rId3" action="ppaction://hlinksldjump"/>
          </p:cNvPr>
          <p:cNvSpPr/>
          <p:nvPr/>
        </p:nvSpPr>
        <p:spPr>
          <a:xfrm>
            <a:off x="5951216" y="1659467"/>
            <a:ext cx="191387" cy="1083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500" y="0"/>
            <a:ext cx="3342668" cy="1661713"/>
          </a:xfrm>
          <a:prstGeom prst="rect">
            <a:avLst/>
          </a:prstGeom>
        </p:spPr>
      </p:pic>
      <p:sp>
        <p:nvSpPr>
          <p:cNvPr id="42" name="Прямоугольник 41">
            <a:hlinkHover r:id="rId4" action="ppaction://hlinksldjump"/>
          </p:cNvPr>
          <p:cNvSpPr/>
          <p:nvPr/>
        </p:nvSpPr>
        <p:spPr>
          <a:xfrm>
            <a:off x="11782168" y="3190"/>
            <a:ext cx="409833" cy="6696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1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Уровень пройден.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825626"/>
            <a:ext cx="1256271" cy="82489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solidFill>
                  <a:srgbClr val="29DFCE"/>
                </a:solidFill>
              </a:rPr>
              <a:t>ц</a:t>
            </a:r>
            <a:endParaRPr lang="en-US" dirty="0">
              <a:solidFill>
                <a:srgbClr val="29DFCE"/>
              </a:solidFill>
            </a:endParaRPr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1330152" y="5930604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76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5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603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1330153" y="5955871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58033" y="6211458"/>
            <a:ext cx="1194486" cy="64654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Ур.7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12128" y="6352274"/>
            <a:ext cx="317388" cy="36491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 smtClean="0"/>
              <a:t>ц</a:t>
            </a:r>
            <a:endParaRPr lang="en-US" dirty="0"/>
          </a:p>
        </p:txBody>
      </p:sp>
      <p:pic>
        <p:nvPicPr>
          <p:cNvPr id="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78629"/>
            <a:ext cx="1330153" cy="3691642"/>
          </a:xfrm>
          <a:prstGeom prst="rect">
            <a:avLst/>
          </a:prstGeom>
        </p:spPr>
      </p:pic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554" y="5196287"/>
            <a:ext cx="2432245" cy="1661713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801" y="6011562"/>
            <a:ext cx="381231" cy="846438"/>
          </a:xfrm>
          <a:prstGeom prst="rect">
            <a:avLst/>
          </a:prstGeom>
        </p:spPr>
      </p:pic>
      <p:pic>
        <p:nvPicPr>
          <p:cNvPr id="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033" y="6011562"/>
            <a:ext cx="1122174" cy="293067"/>
          </a:xfrm>
          <a:prstGeom prst="rect">
            <a:avLst/>
          </a:prstGeom>
        </p:spPr>
      </p:pic>
      <p:pic>
        <p:nvPicPr>
          <p:cNvPr id="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207" y="6011562"/>
            <a:ext cx="6011793" cy="846438"/>
          </a:xfrm>
          <a:prstGeom prst="rect">
            <a:avLst/>
          </a:prstGeom>
        </p:spPr>
      </p:pic>
      <p:pic>
        <p:nvPicPr>
          <p:cNvPr id="1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790" y="3289218"/>
            <a:ext cx="2432245" cy="1735232"/>
          </a:xfrm>
          <a:prstGeom prst="rect">
            <a:avLst/>
          </a:prstGeom>
        </p:spPr>
      </p:pic>
      <p:pic>
        <p:nvPicPr>
          <p:cNvPr id="1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7505"/>
            <a:ext cx="2432245" cy="1661713"/>
          </a:xfrm>
          <a:prstGeom prst="rect">
            <a:avLst/>
          </a:prstGeom>
        </p:spPr>
      </p:pic>
      <p:pic>
        <p:nvPicPr>
          <p:cNvPr id="1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950" y="-22979"/>
            <a:ext cx="2997435" cy="968527"/>
          </a:xfrm>
          <a:prstGeom prst="rect">
            <a:avLst/>
          </a:prstGeom>
        </p:spPr>
      </p:pic>
      <p:pic>
        <p:nvPicPr>
          <p:cNvPr id="1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385" y="0"/>
            <a:ext cx="4842615" cy="1661713"/>
          </a:xfrm>
          <a:prstGeom prst="rect">
            <a:avLst/>
          </a:prstGeom>
        </p:spPr>
      </p:pic>
      <p:pic>
        <p:nvPicPr>
          <p:cNvPr id="1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385" y="1643086"/>
            <a:ext cx="4842615" cy="1754489"/>
          </a:xfrm>
          <a:prstGeom prst="rect">
            <a:avLst/>
          </a:prstGeom>
        </p:spPr>
      </p:pic>
      <p:pic>
        <p:nvPicPr>
          <p:cNvPr id="1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545" y="1289713"/>
            <a:ext cx="2432245" cy="1799609"/>
          </a:xfrm>
          <a:prstGeom prst="rect">
            <a:avLst/>
          </a:prstGeom>
        </p:spPr>
      </p:pic>
      <p:pic>
        <p:nvPicPr>
          <p:cNvPr id="1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6799" y="3397575"/>
            <a:ext cx="7515201" cy="2662577"/>
          </a:xfrm>
          <a:prstGeom prst="rect">
            <a:avLst/>
          </a:prstGeom>
        </p:spPr>
      </p:pic>
      <p:pic>
        <p:nvPicPr>
          <p:cNvPr id="2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2287"/>
            <a:ext cx="4676799" cy="1182711"/>
          </a:xfrm>
          <a:prstGeom prst="rect">
            <a:avLst/>
          </a:prstGeom>
        </p:spPr>
      </p:pic>
      <p:pic>
        <p:nvPicPr>
          <p:cNvPr id="2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554" y="4223657"/>
            <a:ext cx="2432245" cy="972630"/>
          </a:xfrm>
          <a:prstGeom prst="rect">
            <a:avLst/>
          </a:prstGeom>
        </p:spPr>
      </p:pic>
      <p:pic>
        <p:nvPicPr>
          <p:cNvPr id="2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961" y="-22978"/>
            <a:ext cx="1920989" cy="1672688"/>
          </a:xfrm>
          <a:prstGeom prst="rect">
            <a:avLst/>
          </a:prstGeom>
        </p:spPr>
      </p:pic>
      <p:pic>
        <p:nvPicPr>
          <p:cNvPr id="2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979"/>
            <a:ext cx="2430961" cy="1666063"/>
          </a:xfrm>
          <a:prstGeom prst="rect">
            <a:avLst/>
          </a:prstGeom>
        </p:spPr>
      </p:pic>
      <p:sp>
        <p:nvSpPr>
          <p:cNvPr id="26" name="Прямоугольник 25">
            <a:hlinkHover r:id="" action="ppaction://hlinkshowjump?jump=nextslide"/>
          </p:cNvPr>
          <p:cNvSpPr/>
          <p:nvPr/>
        </p:nvSpPr>
        <p:spPr>
          <a:xfrm>
            <a:off x="2430961" y="1643083"/>
            <a:ext cx="2203584" cy="299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468" y="3600607"/>
            <a:ext cx="728570" cy="230165"/>
          </a:xfrm>
          <a:prstGeom prst="rect">
            <a:avLst/>
          </a:prstGeom>
        </p:spPr>
      </p:pic>
      <p:sp>
        <p:nvSpPr>
          <p:cNvPr id="29" name="Прямоугольник 28">
            <a:hlinkHover r:id="rId3" action="ppaction://hlinksldjump"/>
          </p:cNvPr>
          <p:cNvSpPr/>
          <p:nvPr/>
        </p:nvSpPr>
        <p:spPr>
          <a:xfrm>
            <a:off x="5523426" y="947052"/>
            <a:ext cx="191387" cy="1083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Уровень пройден.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2757873" y="5926137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07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55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Овал 9"/>
          <p:cNvSpPr/>
          <p:nvPr/>
        </p:nvSpPr>
        <p:spPr>
          <a:xfrm>
            <a:off x="2757873" y="5926137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34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" y="4468783"/>
            <a:ext cx="1320800" cy="739775"/>
          </a:xfrm>
        </p:spPr>
        <p:txBody>
          <a:bodyPr/>
          <a:lstStyle/>
          <a:p>
            <a:r>
              <a:rPr lang="ru-RU" dirty="0" smtClean="0"/>
              <a:t>Ур.8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6850" y="5426075"/>
            <a:ext cx="2159000" cy="1000125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о</a:t>
            </a:r>
            <a:endParaRPr lang="en-US" dirty="0"/>
          </a:p>
        </p:txBody>
      </p:sp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728" y="3546845"/>
            <a:ext cx="1618148" cy="1661713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454" y="3305545"/>
            <a:ext cx="3009065" cy="1890742"/>
          </a:xfrm>
          <a:prstGeom prst="rect">
            <a:avLst/>
          </a:prstGeom>
        </p:spPr>
      </p:pic>
      <p:pic>
        <p:nvPicPr>
          <p:cNvPr id="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274" y="5196287"/>
            <a:ext cx="2432245" cy="1661713"/>
          </a:xfrm>
          <a:prstGeom prst="rect">
            <a:avLst/>
          </a:prstGeom>
        </p:spPr>
      </p:pic>
      <p:pic>
        <p:nvPicPr>
          <p:cNvPr id="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208558"/>
            <a:ext cx="2757874" cy="1661713"/>
          </a:xfrm>
          <a:prstGeom prst="rect">
            <a:avLst/>
          </a:prstGeom>
        </p:spPr>
      </p:pic>
      <p:pic>
        <p:nvPicPr>
          <p:cNvPr id="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6845"/>
            <a:ext cx="1139728" cy="830856"/>
          </a:xfrm>
          <a:prstGeom prst="rect">
            <a:avLst/>
          </a:prstGeom>
        </p:spPr>
      </p:pic>
      <p:pic>
        <p:nvPicPr>
          <p:cNvPr id="1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097" y="2152650"/>
            <a:ext cx="5749903" cy="1661713"/>
          </a:xfrm>
          <a:prstGeom prst="rect">
            <a:avLst/>
          </a:prstGeom>
        </p:spPr>
      </p:pic>
      <p:pic>
        <p:nvPicPr>
          <p:cNvPr id="1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7431" y="222250"/>
            <a:ext cx="1967720" cy="1661713"/>
          </a:xfrm>
          <a:prstGeom prst="rect">
            <a:avLst/>
          </a:prstGeom>
        </p:spPr>
      </p:pic>
      <p:pic>
        <p:nvPicPr>
          <p:cNvPr id="1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185" y="222251"/>
            <a:ext cx="2432245" cy="1661712"/>
          </a:xfrm>
          <a:prstGeom prst="rect">
            <a:avLst/>
          </a:prstGeom>
        </p:spPr>
      </p:pic>
      <p:pic>
        <p:nvPicPr>
          <p:cNvPr id="1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2940" y="222251"/>
            <a:ext cx="2432245" cy="1661712"/>
          </a:xfrm>
          <a:prstGeom prst="rect">
            <a:avLst/>
          </a:prstGeom>
        </p:spPr>
      </p:pic>
      <p:pic>
        <p:nvPicPr>
          <p:cNvPr id="1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695" y="222250"/>
            <a:ext cx="2432245" cy="1269182"/>
          </a:xfrm>
          <a:prstGeom prst="rect">
            <a:avLst/>
          </a:prstGeom>
        </p:spPr>
      </p:pic>
      <p:pic>
        <p:nvPicPr>
          <p:cNvPr id="1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" y="222250"/>
            <a:ext cx="2432245" cy="1269182"/>
          </a:xfrm>
          <a:prstGeom prst="rect">
            <a:avLst/>
          </a:prstGeom>
        </p:spPr>
      </p:pic>
      <p:pic>
        <p:nvPicPr>
          <p:cNvPr id="1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" y="1491432"/>
            <a:ext cx="5806069" cy="1831994"/>
          </a:xfrm>
          <a:prstGeom prst="rect">
            <a:avLst/>
          </a:prstGeom>
        </p:spPr>
      </p:pic>
      <p:pic>
        <p:nvPicPr>
          <p:cNvPr id="1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519" y="4083050"/>
            <a:ext cx="4347581" cy="2292350"/>
          </a:xfrm>
          <a:prstGeom prst="rect">
            <a:avLst/>
          </a:prstGeom>
        </p:spPr>
      </p:pic>
      <p:sp>
        <p:nvSpPr>
          <p:cNvPr id="18" name="Прямоугольник 17">
            <a:hlinkHover r:id="rId3" action="ppaction://hlinksldjump"/>
          </p:cNvPr>
          <p:cNvSpPr/>
          <p:nvPr/>
        </p:nvSpPr>
        <p:spPr>
          <a:xfrm>
            <a:off x="8715613" y="6372013"/>
            <a:ext cx="191387" cy="218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Прямоугольник 18">
            <a:hlinkHover r:id="" action="ppaction://hlinkshowjump?jump=nextslide"/>
          </p:cNvPr>
          <p:cNvSpPr/>
          <p:nvPr/>
        </p:nvSpPr>
        <p:spPr>
          <a:xfrm>
            <a:off x="6118723" y="6384284"/>
            <a:ext cx="728081" cy="485987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0868" y="5114142"/>
            <a:ext cx="728570" cy="23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99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Уровень пройден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9750" y="2587625"/>
            <a:ext cx="10515600" cy="9239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Овал 5">
            <a:hlinkClick r:id="rId2" action="ppaction://hlinksldjump"/>
          </p:cNvPr>
          <p:cNvSpPr/>
          <p:nvPr/>
        </p:nvSpPr>
        <p:spPr>
          <a:xfrm>
            <a:off x="6936259" y="5955871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16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98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5506720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96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09870" y="3064475"/>
            <a:ext cx="1134761" cy="461083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Ур.9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819371" y="3249034"/>
            <a:ext cx="378941" cy="553051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у</a:t>
            </a:r>
            <a:endParaRPr lang="en-US" dirty="0"/>
          </a:p>
        </p:txBody>
      </p:sp>
      <p:pic>
        <p:nvPicPr>
          <p:cNvPr id="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385" y="5196288"/>
            <a:ext cx="2757874" cy="1673984"/>
          </a:xfrm>
          <a:prstGeom prst="rect">
            <a:avLst/>
          </a:prstGeom>
        </p:spPr>
      </p:pic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0658" y="4127159"/>
            <a:ext cx="4341341" cy="2730842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126" y="0"/>
            <a:ext cx="2757874" cy="3064474"/>
          </a:xfrm>
          <a:prstGeom prst="rect">
            <a:avLst/>
          </a:prstGeom>
        </p:spPr>
      </p:pic>
      <p:pic>
        <p:nvPicPr>
          <p:cNvPr id="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125" y="3064475"/>
            <a:ext cx="1528375" cy="461083"/>
          </a:xfrm>
          <a:prstGeom prst="rect">
            <a:avLst/>
          </a:prstGeom>
        </p:spPr>
      </p:pic>
      <p:pic>
        <p:nvPicPr>
          <p:cNvPr id="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4126" y="3525560"/>
            <a:ext cx="2757874" cy="601598"/>
          </a:xfrm>
          <a:prstGeom prst="rect">
            <a:avLst/>
          </a:prstGeom>
        </p:spPr>
      </p:pic>
      <p:pic>
        <p:nvPicPr>
          <p:cNvPr id="2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314" y="4127157"/>
            <a:ext cx="1583468" cy="797011"/>
          </a:xfrm>
          <a:prstGeom prst="rect">
            <a:avLst/>
          </a:prstGeom>
        </p:spPr>
      </p:pic>
      <p:pic>
        <p:nvPicPr>
          <p:cNvPr id="2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783" y="4127158"/>
            <a:ext cx="2757874" cy="797010"/>
          </a:xfrm>
          <a:prstGeom prst="rect">
            <a:avLst/>
          </a:prstGeom>
        </p:spPr>
      </p:pic>
      <p:pic>
        <p:nvPicPr>
          <p:cNvPr id="2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793" y="5800750"/>
            <a:ext cx="1474191" cy="304424"/>
          </a:xfrm>
          <a:prstGeom prst="rect">
            <a:avLst/>
          </a:prstGeom>
        </p:spPr>
      </p:pic>
      <p:pic>
        <p:nvPicPr>
          <p:cNvPr id="2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81" y="4127156"/>
            <a:ext cx="3132433" cy="797013"/>
          </a:xfrm>
          <a:prstGeom prst="rect">
            <a:avLst/>
          </a:prstGeom>
        </p:spPr>
      </p:pic>
      <p:pic>
        <p:nvPicPr>
          <p:cNvPr id="2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506" y="2985350"/>
            <a:ext cx="1474191" cy="304424"/>
          </a:xfrm>
          <a:prstGeom prst="rect">
            <a:avLst/>
          </a:prstGeom>
        </p:spPr>
      </p:pic>
      <p:pic>
        <p:nvPicPr>
          <p:cNvPr id="28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048" y="2040238"/>
            <a:ext cx="1583468" cy="1712189"/>
          </a:xfrm>
          <a:prstGeom prst="rect">
            <a:avLst/>
          </a:prstGeom>
        </p:spPr>
      </p:pic>
      <p:pic>
        <p:nvPicPr>
          <p:cNvPr id="2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395903"/>
            <a:ext cx="5886027" cy="644335"/>
          </a:xfrm>
          <a:prstGeom prst="rect">
            <a:avLst/>
          </a:prstGeom>
        </p:spPr>
      </p:pic>
      <p:pic>
        <p:nvPicPr>
          <p:cNvPr id="3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969" y="2955416"/>
            <a:ext cx="3278540" cy="797011"/>
          </a:xfrm>
          <a:prstGeom prst="rect">
            <a:avLst/>
          </a:prstGeom>
        </p:spPr>
      </p:pic>
      <p:pic>
        <p:nvPicPr>
          <p:cNvPr id="3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013" y="1365746"/>
            <a:ext cx="3189112" cy="1291047"/>
          </a:xfrm>
          <a:prstGeom prst="rect">
            <a:avLst/>
          </a:prstGeom>
        </p:spPr>
      </p:pic>
      <p:pic>
        <p:nvPicPr>
          <p:cNvPr id="3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0"/>
            <a:ext cx="8984063" cy="991015"/>
          </a:xfrm>
          <a:prstGeom prst="rect">
            <a:avLst/>
          </a:prstGeom>
        </p:spPr>
      </p:pic>
      <p:pic>
        <p:nvPicPr>
          <p:cNvPr id="3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012" y="991015"/>
            <a:ext cx="3233504" cy="374730"/>
          </a:xfrm>
          <a:prstGeom prst="rect">
            <a:avLst/>
          </a:prstGeom>
        </p:spPr>
      </p:pic>
      <p:sp>
        <p:nvSpPr>
          <p:cNvPr id="34" name="Прямоугольник 33">
            <a:hlinkHover r:id="" action="ppaction://hlinkshowjump?jump=nextslide"/>
          </p:cNvPr>
          <p:cNvSpPr/>
          <p:nvPr/>
        </p:nvSpPr>
        <p:spPr>
          <a:xfrm>
            <a:off x="0" y="9520"/>
            <a:ext cx="508000" cy="138638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Прямоугольник 34">
            <a:hlinkHover r:id="rId3" action="ppaction://hlinksldjump"/>
          </p:cNvPr>
          <p:cNvSpPr/>
          <p:nvPr/>
        </p:nvSpPr>
        <p:spPr>
          <a:xfrm>
            <a:off x="3210697" y="991015"/>
            <a:ext cx="191387" cy="1604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8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Уровень пройден.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12832" y="1825625"/>
            <a:ext cx="3540967" cy="62521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Овал 4">
            <a:hlinkClick r:id="rId2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520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Бу! Испугался? | Мем вики | Fandom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hlinkClick r:id="rId3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15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06350" y="1825625"/>
            <a:ext cx="8747449" cy="278369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Овал 3">
            <a:hlinkClick r:id="rId2" action="ppaction://hlinksldjump"/>
          </p:cNvPr>
          <p:cNvSpPr/>
          <p:nvPr/>
        </p:nvSpPr>
        <p:spPr>
          <a:xfrm>
            <a:off x="0" y="5943600"/>
            <a:ext cx="914400" cy="9144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4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37449" y="6283843"/>
            <a:ext cx="1519335" cy="574157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Ур.10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32223"/>
            <a:ext cx="3712052" cy="1625777"/>
          </a:xfrm>
          <a:prstGeom prst="rect">
            <a:avLst/>
          </a:prstGeom>
        </p:spPr>
      </p:pic>
      <p:pic>
        <p:nvPicPr>
          <p:cNvPr id="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452" y="6176963"/>
            <a:ext cx="310997" cy="681037"/>
          </a:xfrm>
          <a:prstGeom prst="rect">
            <a:avLst/>
          </a:prstGeom>
        </p:spPr>
      </p:pic>
      <p:pic>
        <p:nvPicPr>
          <p:cNvPr id="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452" y="5847184"/>
            <a:ext cx="2602452" cy="329779"/>
          </a:xfrm>
          <a:prstGeom prst="rect">
            <a:avLst/>
          </a:prstGeom>
        </p:spPr>
      </p:pic>
      <p:pic>
        <p:nvPicPr>
          <p:cNvPr id="7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162" y="6176963"/>
            <a:ext cx="912822" cy="681037"/>
          </a:xfrm>
          <a:prstGeom prst="rect">
            <a:avLst/>
          </a:prstGeom>
        </p:spPr>
      </p:pic>
      <p:pic>
        <p:nvPicPr>
          <p:cNvPr id="9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603218" cy="4935035"/>
          </a:xfrm>
          <a:prstGeom prst="rect">
            <a:avLst/>
          </a:prstGeom>
        </p:spPr>
      </p:pic>
      <p:pic>
        <p:nvPicPr>
          <p:cNvPr id="10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935" y="4373474"/>
            <a:ext cx="960265" cy="355423"/>
          </a:xfrm>
          <a:prstGeom prst="rect">
            <a:avLst/>
          </a:prstGeom>
        </p:spPr>
      </p:pic>
      <p:pic>
        <p:nvPicPr>
          <p:cNvPr id="11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218" y="1"/>
            <a:ext cx="2603218" cy="3768707"/>
          </a:xfrm>
          <a:prstGeom prst="rect">
            <a:avLst/>
          </a:prstGeom>
        </p:spPr>
      </p:pic>
      <p:pic>
        <p:nvPicPr>
          <p:cNvPr id="12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686" y="4114005"/>
            <a:ext cx="2603218" cy="1775431"/>
          </a:xfrm>
          <a:prstGeom prst="rect">
            <a:avLst/>
          </a:prstGeom>
        </p:spPr>
      </p:pic>
      <p:pic>
        <p:nvPicPr>
          <p:cNvPr id="13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905" y="2775822"/>
            <a:ext cx="4963095" cy="4082179"/>
          </a:xfrm>
          <a:prstGeom prst="rect">
            <a:avLst/>
          </a:prstGeom>
        </p:spPr>
      </p:pic>
      <p:pic>
        <p:nvPicPr>
          <p:cNvPr id="14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436" y="1"/>
            <a:ext cx="6985563" cy="2049728"/>
          </a:xfrm>
          <a:prstGeom prst="rect">
            <a:avLst/>
          </a:prstGeom>
        </p:spPr>
      </p:pic>
      <p:pic>
        <p:nvPicPr>
          <p:cNvPr id="15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335" y="2953835"/>
            <a:ext cx="960265" cy="355423"/>
          </a:xfrm>
          <a:prstGeom prst="rect">
            <a:avLst/>
          </a:prstGeom>
        </p:spPr>
      </p:pic>
      <p:pic>
        <p:nvPicPr>
          <p:cNvPr id="16" name="Объект 3">
            <a:hlinkHover r:id="" action="ppaction://hlinkshowjump?jump=previousslide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669" y="2049729"/>
            <a:ext cx="5558475" cy="380795"/>
          </a:xfrm>
          <a:prstGeom prst="rect">
            <a:avLst/>
          </a:prstGeom>
        </p:spPr>
      </p:pic>
      <p:sp>
        <p:nvSpPr>
          <p:cNvPr id="17" name="Прямоугольник 16">
            <a:hlinkHover r:id="" action="ppaction://hlinkshowjump?jump=nextslide"/>
          </p:cNvPr>
          <p:cNvSpPr/>
          <p:nvPr/>
        </p:nvSpPr>
        <p:spPr>
          <a:xfrm>
            <a:off x="11683999" y="2049730"/>
            <a:ext cx="508000" cy="72609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79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6106207"/>
            <a:ext cx="2549376" cy="751793"/>
          </a:xfrm>
        </p:spPr>
        <p:txBody>
          <a:bodyPr/>
          <a:lstStyle/>
          <a:p>
            <a:pPr algn="ctr"/>
            <a:r>
              <a:rPr lang="ru-RU" dirty="0" smtClean="0"/>
              <a:t>Ур.10(Ч.2)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034169" y="3663537"/>
            <a:ext cx="368726" cy="4450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 smtClean="0"/>
              <a:t>к</a:t>
            </a:r>
            <a:endParaRPr lang="en-US" dirty="0"/>
          </a:p>
        </p:txBody>
      </p:sp>
      <p:pic>
        <p:nvPicPr>
          <p:cNvPr id="5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781" y="1"/>
            <a:ext cx="2603218" cy="2049730"/>
          </a:xfrm>
          <a:prstGeom prst="rect">
            <a:avLst/>
          </a:prstGeom>
        </p:spPr>
      </p:pic>
      <p:pic>
        <p:nvPicPr>
          <p:cNvPr id="6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781" y="2775822"/>
            <a:ext cx="2603218" cy="1528018"/>
          </a:xfrm>
          <a:prstGeom prst="rect">
            <a:avLst/>
          </a:prstGeom>
        </p:spPr>
      </p:pic>
      <p:pic>
        <p:nvPicPr>
          <p:cNvPr id="7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64" y="0"/>
            <a:ext cx="603520" cy="4303839"/>
          </a:xfrm>
          <a:prstGeom prst="rect">
            <a:avLst/>
          </a:prstGeom>
        </p:spPr>
      </p:pic>
      <p:pic>
        <p:nvPicPr>
          <p:cNvPr id="8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345" y="529214"/>
            <a:ext cx="4447073" cy="1775431"/>
          </a:xfrm>
          <a:prstGeom prst="rect">
            <a:avLst/>
          </a:prstGeom>
        </p:spPr>
      </p:pic>
      <p:pic>
        <p:nvPicPr>
          <p:cNvPr id="9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563" y="2304645"/>
            <a:ext cx="2603218" cy="1999194"/>
          </a:xfrm>
          <a:prstGeom prst="rect">
            <a:avLst/>
          </a:prstGeom>
        </p:spPr>
      </p:pic>
      <p:pic>
        <p:nvPicPr>
          <p:cNvPr id="10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64" y="2528408"/>
            <a:ext cx="3355854" cy="2460902"/>
          </a:xfrm>
          <a:prstGeom prst="rect">
            <a:avLst/>
          </a:prstGeom>
        </p:spPr>
      </p:pic>
      <p:pic>
        <p:nvPicPr>
          <p:cNvPr id="11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318" y="4558753"/>
            <a:ext cx="5283882" cy="2026154"/>
          </a:xfrm>
          <a:prstGeom prst="rect">
            <a:avLst/>
          </a:prstGeom>
        </p:spPr>
      </p:pic>
      <p:pic>
        <p:nvPicPr>
          <p:cNvPr id="12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834" y="5835256"/>
            <a:ext cx="1521574" cy="374352"/>
          </a:xfrm>
          <a:prstGeom prst="rect">
            <a:avLst/>
          </a:prstGeom>
        </p:spPr>
      </p:pic>
      <p:pic>
        <p:nvPicPr>
          <p:cNvPr id="13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836" y="5990664"/>
            <a:ext cx="2846254" cy="218943"/>
          </a:xfrm>
          <a:prstGeom prst="rect">
            <a:avLst/>
          </a:prstGeom>
        </p:spPr>
      </p:pic>
      <p:pic>
        <p:nvPicPr>
          <p:cNvPr id="14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457" y="6209607"/>
            <a:ext cx="378961" cy="648393"/>
          </a:xfrm>
          <a:prstGeom prst="rect">
            <a:avLst/>
          </a:prstGeom>
        </p:spPr>
      </p:pic>
      <p:pic>
        <p:nvPicPr>
          <p:cNvPr id="15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45" y="4558752"/>
            <a:ext cx="2937919" cy="1149523"/>
          </a:xfrm>
          <a:prstGeom prst="rect">
            <a:avLst/>
          </a:prstGeom>
        </p:spPr>
      </p:pic>
      <p:pic>
        <p:nvPicPr>
          <p:cNvPr id="16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984" y="2528408"/>
            <a:ext cx="2752334" cy="2460902"/>
          </a:xfrm>
          <a:prstGeom prst="rect">
            <a:avLst/>
          </a:prstGeom>
        </p:spPr>
      </p:pic>
      <p:pic>
        <p:nvPicPr>
          <p:cNvPr id="17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511984"/>
            <a:ext cx="2985247" cy="748192"/>
          </a:xfrm>
          <a:prstGeom prst="rect">
            <a:avLst/>
          </a:prstGeom>
        </p:spPr>
      </p:pic>
      <p:pic>
        <p:nvPicPr>
          <p:cNvPr id="18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218" y="1143965"/>
            <a:ext cx="2985246" cy="355142"/>
          </a:xfrm>
          <a:prstGeom prst="rect">
            <a:avLst/>
          </a:prstGeom>
        </p:spPr>
      </p:pic>
      <p:pic>
        <p:nvPicPr>
          <p:cNvPr id="19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1496"/>
            <a:ext cx="2752334" cy="631478"/>
          </a:xfrm>
          <a:prstGeom prst="rect">
            <a:avLst/>
          </a:prstGeom>
        </p:spPr>
      </p:pic>
      <p:pic>
        <p:nvPicPr>
          <p:cNvPr id="20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45" y="2775822"/>
            <a:ext cx="2937919" cy="437586"/>
          </a:xfrm>
          <a:prstGeom prst="rect">
            <a:avLst/>
          </a:prstGeom>
        </p:spPr>
      </p:pic>
      <p:pic>
        <p:nvPicPr>
          <p:cNvPr id="22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2752334" cy="879964"/>
          </a:xfrm>
          <a:prstGeom prst="rect">
            <a:avLst/>
          </a:prstGeom>
        </p:spPr>
      </p:pic>
      <p:sp>
        <p:nvSpPr>
          <p:cNvPr id="23" name="Прямоугольник 22">
            <a:hlinkHover r:id="" action="ppaction://hlinkshowjump?jump=nextslide"/>
          </p:cNvPr>
          <p:cNvSpPr/>
          <p:nvPr/>
        </p:nvSpPr>
        <p:spPr>
          <a:xfrm>
            <a:off x="2752334" y="-1"/>
            <a:ext cx="495130" cy="87996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25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79323" y="6120466"/>
            <a:ext cx="2752165" cy="737534"/>
          </a:xfrm>
        </p:spPr>
        <p:txBody>
          <a:bodyPr>
            <a:normAutofit/>
          </a:bodyPr>
          <a:lstStyle/>
          <a:p>
            <a:r>
              <a:rPr lang="ru-RU" dirty="0" smtClean="0"/>
              <a:t>Ур.10.(Ч.3)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807388" y="5590052"/>
            <a:ext cx="385482" cy="49399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р</a:t>
            </a:r>
            <a:endParaRPr lang="en-US" dirty="0"/>
          </a:p>
        </p:txBody>
      </p:sp>
      <p:pic>
        <p:nvPicPr>
          <p:cNvPr id="4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9229" y="5553634"/>
            <a:ext cx="3122771" cy="566831"/>
          </a:xfrm>
          <a:prstGeom prst="rect">
            <a:avLst/>
          </a:prstGeom>
        </p:spPr>
      </p:pic>
      <p:pic>
        <p:nvPicPr>
          <p:cNvPr id="5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9229" y="6120465"/>
            <a:ext cx="310094" cy="737535"/>
          </a:xfrm>
          <a:prstGeom prst="rect">
            <a:avLst/>
          </a:prstGeom>
        </p:spPr>
      </p:pic>
      <p:sp>
        <p:nvSpPr>
          <p:cNvPr id="6" name="Прямоугольник 5">
            <a:hlinkHover r:id="" action="ppaction://hlinkshowjump?jump=nextslide"/>
          </p:cNvPr>
          <p:cNvSpPr/>
          <p:nvPr/>
        </p:nvSpPr>
        <p:spPr>
          <a:xfrm>
            <a:off x="1472453" y="-1"/>
            <a:ext cx="1775011" cy="87996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72453" cy="3129150"/>
          </a:xfrm>
          <a:prstGeom prst="rect">
            <a:avLst/>
          </a:prstGeom>
        </p:spPr>
      </p:pic>
      <p:pic>
        <p:nvPicPr>
          <p:cNvPr id="9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464" y="-2"/>
            <a:ext cx="2752334" cy="3129152"/>
          </a:xfrm>
          <a:prstGeom prst="rect">
            <a:avLst/>
          </a:prstGeom>
        </p:spPr>
      </p:pic>
      <p:pic>
        <p:nvPicPr>
          <p:cNvPr id="10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753" y="1956183"/>
            <a:ext cx="938411" cy="275666"/>
          </a:xfrm>
          <a:prstGeom prst="rect">
            <a:avLst/>
          </a:prstGeom>
        </p:spPr>
      </p:pic>
      <p:pic>
        <p:nvPicPr>
          <p:cNvPr id="11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11" y="5188932"/>
            <a:ext cx="1532965" cy="407356"/>
          </a:xfrm>
          <a:prstGeom prst="rect">
            <a:avLst/>
          </a:prstGeom>
        </p:spPr>
      </p:pic>
      <p:pic>
        <p:nvPicPr>
          <p:cNvPr id="12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11" y="3429000"/>
            <a:ext cx="1532965" cy="580116"/>
          </a:xfrm>
          <a:prstGeom prst="rect">
            <a:avLst/>
          </a:prstGeom>
        </p:spPr>
      </p:pic>
      <p:pic>
        <p:nvPicPr>
          <p:cNvPr id="13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076" y="3129150"/>
            <a:ext cx="4177722" cy="2585850"/>
          </a:xfrm>
          <a:prstGeom prst="rect">
            <a:avLst/>
          </a:prstGeom>
        </p:spPr>
      </p:pic>
      <p:pic>
        <p:nvPicPr>
          <p:cNvPr id="14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08966"/>
            <a:ext cx="1532965" cy="540125"/>
          </a:xfrm>
          <a:prstGeom prst="rect">
            <a:avLst/>
          </a:prstGeom>
        </p:spPr>
      </p:pic>
      <p:pic>
        <p:nvPicPr>
          <p:cNvPr id="15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163" y="6233091"/>
            <a:ext cx="813548" cy="328705"/>
          </a:xfrm>
          <a:prstGeom prst="rect">
            <a:avLst/>
          </a:prstGeom>
        </p:spPr>
      </p:pic>
      <p:pic>
        <p:nvPicPr>
          <p:cNvPr id="16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577" y="3700557"/>
            <a:ext cx="2849029" cy="447995"/>
          </a:xfrm>
          <a:prstGeom prst="rect">
            <a:avLst/>
          </a:prstGeom>
        </p:spPr>
      </p:pic>
      <p:pic>
        <p:nvPicPr>
          <p:cNvPr id="19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387" y="4397098"/>
            <a:ext cx="2818842" cy="2460902"/>
          </a:xfrm>
          <a:prstGeom prst="rect">
            <a:avLst/>
          </a:prstGeom>
        </p:spPr>
      </p:pic>
      <p:pic>
        <p:nvPicPr>
          <p:cNvPr id="20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909" y="3004016"/>
            <a:ext cx="2780318" cy="447995"/>
          </a:xfrm>
          <a:prstGeom prst="rect">
            <a:avLst/>
          </a:prstGeom>
        </p:spPr>
      </p:pic>
      <p:pic>
        <p:nvPicPr>
          <p:cNvPr id="21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9228" y="392762"/>
            <a:ext cx="3122771" cy="5179082"/>
          </a:xfrm>
          <a:prstGeom prst="rect">
            <a:avLst/>
          </a:prstGeom>
        </p:spPr>
      </p:pic>
      <p:pic>
        <p:nvPicPr>
          <p:cNvPr id="22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576" y="2331368"/>
            <a:ext cx="2910399" cy="447995"/>
          </a:xfrm>
          <a:prstGeom prst="rect">
            <a:avLst/>
          </a:prstGeom>
        </p:spPr>
      </p:pic>
      <p:pic>
        <p:nvPicPr>
          <p:cNvPr id="23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893" y="1671963"/>
            <a:ext cx="2752334" cy="447995"/>
          </a:xfrm>
          <a:prstGeom prst="rect">
            <a:avLst/>
          </a:prstGeom>
        </p:spPr>
      </p:pic>
      <p:pic>
        <p:nvPicPr>
          <p:cNvPr id="24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9798" y="894266"/>
            <a:ext cx="2752334" cy="447995"/>
          </a:xfrm>
          <a:prstGeom prst="rect">
            <a:avLst/>
          </a:prstGeom>
        </p:spPr>
      </p:pic>
      <p:sp>
        <p:nvSpPr>
          <p:cNvPr id="25" name="Прямоугольник 24">
            <a:hlinkHover r:id="rId4" action="ppaction://hlinksldjump"/>
          </p:cNvPr>
          <p:cNvSpPr/>
          <p:nvPr/>
        </p:nvSpPr>
        <p:spPr>
          <a:xfrm>
            <a:off x="7597366" y="0"/>
            <a:ext cx="785657" cy="1604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Объект 3">
            <a:hlinkHover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893" y="392761"/>
            <a:ext cx="2752334" cy="291511"/>
          </a:xfrm>
          <a:prstGeom prst="rect">
            <a:avLst/>
          </a:prstGeom>
        </p:spPr>
      </p:pic>
      <p:sp>
        <p:nvSpPr>
          <p:cNvPr id="28" name="Прямоугольник 27">
            <a:hlinkHover r:id="" action="ppaction://hlinkshowjump?jump=nextslide"/>
          </p:cNvPr>
          <p:cNvSpPr/>
          <p:nvPr/>
        </p:nvSpPr>
        <p:spPr>
          <a:xfrm>
            <a:off x="10416989" y="0"/>
            <a:ext cx="1775011" cy="392762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Конец игры!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582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DFC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Вы прошли игру!</a:t>
            </a:r>
            <a:endParaRPr lang="en-US" dirty="0"/>
          </a:p>
        </p:txBody>
      </p:sp>
      <p:pic>
        <p:nvPicPr>
          <p:cNvPr id="1026" name="Picture 2" descr="Смайлики хорошо: смотрите и скачивайте изображения — Яндекс Картинки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898" y="2709570"/>
            <a:ext cx="4572000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527774" y="1263020"/>
            <a:ext cx="1137169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400" dirty="0" smtClean="0"/>
              <a:t>Спасибо что скачали и прошли игру!</a:t>
            </a:r>
          </a:p>
          <a:p>
            <a:pPr algn="ctr"/>
            <a:r>
              <a:rPr lang="ru-RU" sz="4400" dirty="0" smtClean="0"/>
              <a:t>В следующей версии появятся новые уровни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074902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164</Words>
  <Application>Microsoft Office PowerPoint</Application>
  <PresentationFormat>Широкоэкранный</PresentationFormat>
  <Paragraphs>69</Paragraphs>
  <Slides>45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45</vt:i4>
      </vt:variant>
    </vt:vector>
  </HeadingPairs>
  <TitlesOfParts>
    <vt:vector size="49" baseType="lpstr">
      <vt:lpstr>Arial</vt:lpstr>
      <vt:lpstr>Calibri</vt:lpstr>
      <vt:lpstr>Calibri Light</vt:lpstr>
      <vt:lpstr>Тема Office</vt:lpstr>
      <vt:lpstr>Чтобы начать игру нажмите на кнопку.</vt:lpstr>
      <vt:lpstr>ПОПРОБУЙ НЕ ЗАДЕНЬ!</vt:lpstr>
      <vt:lpstr>Правила.</vt:lpstr>
      <vt:lpstr>Выберите уровень</vt:lpstr>
      <vt:lpstr>Ур.1</vt:lpstr>
      <vt:lpstr>Уровень пройден!</vt:lpstr>
      <vt:lpstr>Презентация PowerPoint</vt:lpstr>
      <vt:lpstr>Презентация PowerPoint</vt:lpstr>
      <vt:lpstr>п</vt:lpstr>
      <vt:lpstr>Ур.2</vt:lpstr>
      <vt:lpstr>Уровень пройден!</vt:lpstr>
      <vt:lpstr>е</vt:lpstr>
      <vt:lpstr>Ур 3</vt:lpstr>
      <vt:lpstr>Уровень пройден.</vt:lpstr>
      <vt:lpstr>Презентация PowerPoint</vt:lpstr>
      <vt:lpstr>Презентация PowerPoint</vt:lpstr>
      <vt:lpstr> Заново. </vt:lpstr>
      <vt:lpstr>Ур.4</vt:lpstr>
      <vt:lpstr>Уровень пройден.</vt:lpstr>
      <vt:lpstr>Презентация PowerPoint</vt:lpstr>
      <vt:lpstr>Презентация PowerPoint</vt:lpstr>
      <vt:lpstr>а</vt:lpstr>
      <vt:lpstr>Уровень пройден.</vt:lpstr>
      <vt:lpstr>Презентация PowerPoint</vt:lpstr>
      <vt:lpstr>Презентация PowerPoint</vt:lpstr>
      <vt:lpstr>Ур.6</vt:lpstr>
      <vt:lpstr>Уровень пройден.</vt:lpstr>
      <vt:lpstr>Презентация PowerPoint</vt:lpstr>
      <vt:lpstr>Презентация PowerPoint</vt:lpstr>
      <vt:lpstr>Ур.7</vt:lpstr>
      <vt:lpstr>Уровень пройден.</vt:lpstr>
      <vt:lpstr>Презентация PowerPoint</vt:lpstr>
      <vt:lpstr>Презентация PowerPoint</vt:lpstr>
      <vt:lpstr>Ур.8</vt:lpstr>
      <vt:lpstr>Уровень пройден</vt:lpstr>
      <vt:lpstr>Презентация PowerPoint</vt:lpstr>
      <vt:lpstr>Презентация PowerPoint</vt:lpstr>
      <vt:lpstr>Ур.9</vt:lpstr>
      <vt:lpstr>Уровень пройден.</vt:lpstr>
      <vt:lpstr>Презентация PowerPoint</vt:lpstr>
      <vt:lpstr>Презентация PowerPoint</vt:lpstr>
      <vt:lpstr>Ур.10</vt:lpstr>
      <vt:lpstr>Ур.10(Ч.2)</vt:lpstr>
      <vt:lpstr>Ур.10.(Ч.3)</vt:lpstr>
      <vt:lpstr>Вы прошли игру!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-</dc:title>
  <dc:creator>Sasha</dc:creator>
  <cp:lastModifiedBy>Sasha</cp:lastModifiedBy>
  <cp:revision>70</cp:revision>
  <dcterms:created xsi:type="dcterms:W3CDTF">2026-05-31T12:25:08Z</dcterms:created>
  <dcterms:modified xsi:type="dcterms:W3CDTF">2026-06-30T16:27:14Z</dcterms:modified>
</cp:coreProperties>
</file>